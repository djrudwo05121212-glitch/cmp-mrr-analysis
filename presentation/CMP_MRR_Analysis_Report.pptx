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1d7fbc896e47ee" /><Relationship Type="http://schemas.openxmlformats.org/officeDocument/2006/relationships/extended-properties" Target="/docProps/app.xml" Id="Ra40164f7e2c845da" /><Relationship Type="http://schemas.openxmlformats.org/officeDocument/2006/relationships/officeDocument" Target="/ppt/presentation.xml" Id="R9f64f10f08c146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48d4de9dee436f"/>
  </p:sldMasterIdLst>
  <p:notesMasterIdLst>
    <p:notesMasterId xmlns:r="http://schemas.openxmlformats.org/officeDocument/2006/relationships" r:id="Rc91093ebc8c446a6"/>
  </p:notesMasterIdLst>
  <p:sldIdLst>
    <p:sldId xmlns:r="http://schemas.openxmlformats.org/officeDocument/2006/relationships" id="256" r:id="R5fb47870c37f4b73"/>
    <p:sldId xmlns:r="http://schemas.openxmlformats.org/officeDocument/2006/relationships" id="257" r:id="R2500a523385f4e40"/>
    <p:sldId xmlns:r="http://schemas.openxmlformats.org/officeDocument/2006/relationships" id="258" r:id="R11eeeae9171a4e2d"/>
    <p:sldId xmlns:r="http://schemas.openxmlformats.org/officeDocument/2006/relationships" id="259" r:id="R71aefdaedc2f475c"/>
    <p:sldId xmlns:r="http://schemas.openxmlformats.org/officeDocument/2006/relationships" id="260" r:id="R6a2e23a18c0744e2"/>
    <p:sldId xmlns:r="http://schemas.openxmlformats.org/officeDocument/2006/relationships" id="261" r:id="R2d7c208237f64aba"/>
    <p:sldId xmlns:r="http://schemas.openxmlformats.org/officeDocument/2006/relationships" id="262" r:id="R38a9e06dceb34bf3"/>
    <p:sldId xmlns:r="http://schemas.openxmlformats.org/officeDocument/2006/relationships" id="263" r:id="R1904ade85cab4679"/>
    <p:sldId xmlns:r="http://schemas.openxmlformats.org/officeDocument/2006/relationships" id="264" r:id="Rda963331133f4850"/>
    <p:sldId xmlns:r="http://schemas.openxmlformats.org/officeDocument/2006/relationships" id="265" r:id="R88431f6fc35a4a62"/>
    <p:sldId xmlns:r="http://schemas.openxmlformats.org/officeDocument/2006/relationships" id="266" r:id="Re060b99f729d4ec3"/>
    <p:sldId xmlns:r="http://schemas.openxmlformats.org/officeDocument/2006/relationships" id="267" r:id="R4b21e5caeb3c4591"/>
    <p:sldId xmlns:r="http://schemas.openxmlformats.org/officeDocument/2006/relationships" id="268" r:id="Rf1ee3501ebd34948"/>
    <p:sldId xmlns:r="http://schemas.openxmlformats.org/officeDocument/2006/relationships" id="269" r:id="Rc600e772e729473a"/>
    <p:sldId xmlns:r="http://schemas.openxmlformats.org/officeDocument/2006/relationships" id="270" r:id="Rcb69099b1c544f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986560946b4a37" /><Relationship Type="http://schemas.openxmlformats.org/officeDocument/2006/relationships/slideMaster" Target="/ppt/slideMasters/slideMaster1.xml" Id="Rcf48d4de9dee436f" /><Relationship Type="http://schemas.openxmlformats.org/officeDocument/2006/relationships/notesMaster" Target="/ppt/notesMasters/notesMaster1.xml" Id="Rc91093ebc8c446a6" /><Relationship Type="http://schemas.openxmlformats.org/officeDocument/2006/relationships/presProps" Target="/ppt/presProps.xml" Id="Rdf2e21f5e9b2487f" /><Relationship Type="http://schemas.openxmlformats.org/officeDocument/2006/relationships/tableStyles" Target="/ppt/tableStyles.xml" Id="R3fd46c99689948dc" /><Relationship Type="http://schemas.openxmlformats.org/officeDocument/2006/relationships/slide" Target="/ppt/slides/slide1.xml" Id="R5fb47870c37f4b73" /><Relationship Type="http://schemas.openxmlformats.org/officeDocument/2006/relationships/slide" Target="/ppt/slides/slide2.xml" Id="R2500a523385f4e40" /><Relationship Type="http://schemas.openxmlformats.org/officeDocument/2006/relationships/slide" Target="/ppt/slides/slide3.xml" Id="R11eeeae9171a4e2d" /><Relationship Type="http://schemas.openxmlformats.org/officeDocument/2006/relationships/slide" Target="/ppt/slides/slide4.xml" Id="R71aefdaedc2f475c" /><Relationship Type="http://schemas.openxmlformats.org/officeDocument/2006/relationships/slide" Target="/ppt/slides/slide5.xml" Id="R6a2e23a18c0744e2" /><Relationship Type="http://schemas.openxmlformats.org/officeDocument/2006/relationships/slide" Target="/ppt/slides/slide6.xml" Id="R2d7c208237f64aba" /><Relationship Type="http://schemas.openxmlformats.org/officeDocument/2006/relationships/slide" Target="/ppt/slides/slide7.xml" Id="R38a9e06dceb34bf3" /><Relationship Type="http://schemas.openxmlformats.org/officeDocument/2006/relationships/slide" Target="/ppt/slides/slide8.xml" Id="R1904ade85cab4679" /><Relationship Type="http://schemas.openxmlformats.org/officeDocument/2006/relationships/slide" Target="/ppt/slides/slide9.xml" Id="Rda963331133f4850" /><Relationship Type="http://schemas.openxmlformats.org/officeDocument/2006/relationships/slide" Target="/ppt/slides/slide10.xml" Id="R88431f6fc35a4a62" /><Relationship Type="http://schemas.openxmlformats.org/officeDocument/2006/relationships/slide" Target="/ppt/slides/slide11.xml" Id="Re060b99f729d4ec3" /><Relationship Type="http://schemas.openxmlformats.org/officeDocument/2006/relationships/slide" Target="/ppt/slides/slide12.xml" Id="R4b21e5caeb3c4591" /><Relationship Type="http://schemas.openxmlformats.org/officeDocument/2006/relationships/slide" Target="/ppt/slides/slide13.xml" Id="Rf1ee3501ebd34948" /><Relationship Type="http://schemas.openxmlformats.org/officeDocument/2006/relationships/slide" Target="/ppt/slides/slide14.xml" Id="Rc600e772e729473a" /><Relationship Type="http://schemas.openxmlformats.org/officeDocument/2006/relationships/slide" Target="/ppt/slides/slide15.xml" Id="Rcb69099b1c544f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97b93f4ae146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002f2598a74d13" /><Relationship Type="http://schemas.openxmlformats.org/officeDocument/2006/relationships/notesMaster" Target="/ppt/notesMasters/notesMaster1.xml" Id="R1ea7f5a8453a49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b3d73bb2e44502" /><Relationship Type="http://schemas.openxmlformats.org/officeDocument/2006/relationships/notesMaster" Target="/ppt/notesMasters/notesMaster1.xml" Id="R6a6fa2aee2db41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eb46e03aa64834" /><Relationship Type="http://schemas.openxmlformats.org/officeDocument/2006/relationships/notesMaster" Target="/ppt/notesMasters/notesMaster1.xml" Id="Rf3d8b5041b324c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e8b2012da447c3" /><Relationship Type="http://schemas.openxmlformats.org/officeDocument/2006/relationships/notesMaster" Target="/ppt/notesMasters/notesMaster1.xml" Id="R3c5bce2894cb48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0b92e6f30042ad" /><Relationship Type="http://schemas.openxmlformats.org/officeDocument/2006/relationships/notesMaster" Target="/ppt/notesMasters/notesMaster1.xml" Id="Re012e5b182aa49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6699c5745c4ad9" /><Relationship Type="http://schemas.openxmlformats.org/officeDocument/2006/relationships/notesMaster" Target="/ppt/notesMasters/notesMaster1.xml" Id="R131487c7d97648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5be85ee7fe473d" /><Relationship Type="http://schemas.openxmlformats.org/officeDocument/2006/relationships/notesMaster" Target="/ppt/notesMasters/notesMaster1.xml" Id="R1b24892366e04d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c25ec44aa94199" /><Relationship Type="http://schemas.openxmlformats.org/officeDocument/2006/relationships/notesMaster" Target="/ppt/notesMasters/notesMaster1.xml" Id="R1f9244f0162447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cb593eb5ca4d40" /><Relationship Type="http://schemas.openxmlformats.org/officeDocument/2006/relationships/notesMaster" Target="/ppt/notesMasters/notesMaster1.xml" Id="Reee6a94d92f040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c355cf503341c0" /><Relationship Type="http://schemas.openxmlformats.org/officeDocument/2006/relationships/notesMaster" Target="/ppt/notesMasters/notesMaster1.xml" Id="R34b17d968dd24c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3be082f22e47c2" /><Relationship Type="http://schemas.openxmlformats.org/officeDocument/2006/relationships/notesMaster" Target="/ppt/notesMasters/notesMaster1.xml" Id="Re1e8fb73630243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4f2d9c27cc4adf" /><Relationship Type="http://schemas.openxmlformats.org/officeDocument/2006/relationships/notesMaster" Target="/ppt/notesMasters/notesMaster1.xml" Id="R9090a5a19ade4f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6f093264b3467e" /><Relationship Type="http://schemas.openxmlformats.org/officeDocument/2006/relationships/notesMaster" Target="/ppt/notesMasters/notesMaster1.xml" Id="R5d55848828cb40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ee3bfcbe6a4a30" /><Relationship Type="http://schemas.openxmlformats.org/officeDocument/2006/relationships/notesMaster" Target="/ppt/notesMasters/notesMaster1.xml" Id="R95f115f305f444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7570acb00a4fa2" /><Relationship Type="http://schemas.openxmlformats.org/officeDocument/2006/relationships/notesMaster" Target="/ppt/notesMasters/notesMaster1.xml" Id="Rdf423b66a1ec44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PHM Society, 2016 PHM Data Challenge Call for Participation (PHM16DataChallengeCFP.pdf)</a:t>
            </a:r>
          </a:p>
          <a:p xmlns:a="http://schemas.openxmlformats.org/drawingml/2006/main">
            <a:r>
              <a:t>- Local analysis outputs under outputs/cmp_mrr_analysis_20260809/revision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PHM Society, 2016 PHM Data Challenge Call for Participation (PHM16DataChallengeCFP.pdf)</a:t>
            </a:r>
          </a:p>
          <a:p xmlns:a="http://schemas.openxmlformats.org/drawingml/2006/main">
            <a:r>
              <a:t>- Local analysis outputs under outputs/cmp_mrr_analysis_20260809/revision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 outputs under outputs/cmp_mrr_analysis_20260809/revision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PHM Society, 2016 PHM Data Challenge Call for Participation (PHM16DataChallengeCFP.pdf)</a:t>
            </a:r>
          </a:p>
          <a:p xmlns:a="http://schemas.openxmlformats.org/drawingml/2006/main">
            <a:r>
              <a:t>- Local analysis outputs under outputs/cmp_mrr_analysis_20260809/revision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 outputs under outputs/cmp_mrr_analysis_20260809/revision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 outputs under outputs/cmp_mrr_analysis_20260809/revision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 outputs under outputs/cmp_mrr_analysis_20260809/revision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 outputs under outputs/cmp_mrr_analysis_20260809/revision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 outputs under outputs/cmp_mrr_analysis_20260809/revision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 outputs under outputs/cmp_mrr_analysis_20260809/revision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 outputs under outputs/cmp_mrr_analysis_20260809/revision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 outputs under outputs/cmp_mrr_analysis_20260809/revision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 outputs under outputs/cmp_mrr_analysis_20260809/revision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PHM Society, 2016 PHM Data Challenge Call for Participation (PHM16DataChallengeCFP.pdf)</a:t>
            </a:r>
          </a:p>
          <a:p xmlns:a="http://schemas.openxmlformats.org/drawingml/2006/main">
            <a:r>
              <a:t>- Local analysis outputs under outputs/cmp_mrr_analysis_20260809/revision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PHM Society, 2016 PHM Data Challenge Call for Participation (PHM16DataChallengeCFP.pdf)</a:t>
            </a:r>
          </a:p>
          <a:p xmlns:a="http://schemas.openxmlformats.org/drawingml/2006/main">
            <a:r>
              <a:t>- Local analysis outputs under outputs/cmp_mrr_analysis_20260809/revision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119b209df64a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1f9af9f5054853" /><Relationship Type="http://schemas.openxmlformats.org/officeDocument/2006/relationships/slideLayout" Target="/ppt/slideLayouts/slideLayout1.xml" Id="Rb44cc18841a448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4cc18841a448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a1c2e60ae4b99" /><Relationship Type="http://schemas.openxmlformats.org/officeDocument/2006/relationships/notesSlide" Target="/ppt/notesSlides/notesSlide1.xml" Id="R2333e60d8d7240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f0028592648f6" /><Relationship Type="http://schemas.openxmlformats.org/officeDocument/2006/relationships/notesSlide" Target="/ppt/notesSlides/notesSlide2.xml" Id="Rcffae2cea36041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7ee7b3aea4aa7" /><Relationship Type="http://schemas.openxmlformats.org/officeDocument/2006/relationships/notesSlide" Target="/ppt/notesSlides/notesSlide3.xml" Id="R55075b96c80c4b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6503e83a64d98" /><Relationship Type="http://schemas.openxmlformats.org/officeDocument/2006/relationships/notesSlide" Target="/ppt/notesSlides/notesSlide4.xml" Id="Ra0f780c482fe4f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967abef004fae" /><Relationship Type="http://schemas.openxmlformats.org/officeDocument/2006/relationships/notesSlide" Target="/ppt/notesSlides/notesSlide5.xml" Id="R44e230d287a84f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ac72f4db0413d" /><Relationship Type="http://schemas.openxmlformats.org/officeDocument/2006/relationships/notesSlide" Target="/ppt/notesSlides/notesSlide6.xml" Id="R60116b28324b42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4ba5f644f4597" /><Relationship Type="http://schemas.openxmlformats.org/officeDocument/2006/relationships/notesSlide" Target="/ppt/notesSlides/notesSlide7.xml" Id="R7f99dae25f404f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ad25ad0c84531" /><Relationship Type="http://schemas.openxmlformats.org/officeDocument/2006/relationships/notesSlide" Target="/ppt/notesSlides/notesSlide8.xml" Id="R35657434f97d48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c45782e5541e7" /><Relationship Type="http://schemas.openxmlformats.org/officeDocument/2006/relationships/notesSlide" Target="/ppt/notesSlides/notesSlide9.xml" Id="R8708ef0b0ade43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97176de8749ab" /><Relationship Type="http://schemas.openxmlformats.org/officeDocument/2006/relationships/notesSlide" Target="/ppt/notesSlides/notesSlide10.xml" Id="Re545204ebf7a47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db56396bc48a7" /><Relationship Type="http://schemas.openxmlformats.org/officeDocument/2006/relationships/chart" Target="/ppt/slides/charts/chart1.xml" Id="R71a30cacf9ac444b" /><Relationship Type="http://schemas.openxmlformats.org/officeDocument/2006/relationships/chart" Target="/ppt/slides/charts/chart2.xml" Id="R79efefab2828459b" /><Relationship Type="http://schemas.openxmlformats.org/officeDocument/2006/relationships/notesSlide" Target="/ppt/notesSlides/notesSlide11.xml" Id="Ree3e738bf1844e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bbcfac702454f" /><Relationship Type="http://schemas.openxmlformats.org/officeDocument/2006/relationships/notesSlide" Target="/ppt/notesSlides/notesSlide12.xml" Id="Rc0b71618647e42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a6ee44b7d4e09" /><Relationship Type="http://schemas.openxmlformats.org/officeDocument/2006/relationships/chart" Target="/ppt/slides/charts/chart3.xml" Id="R87e9712526af444f" /><Relationship Type="http://schemas.openxmlformats.org/officeDocument/2006/relationships/chart" Target="/ppt/slides/charts/chart4.xml" Id="R7f7353e9e5e448dd" /><Relationship Type="http://schemas.openxmlformats.org/officeDocument/2006/relationships/chart" Target="/ppt/slides/charts/chart5.xml" Id="R51375fc7dc734bbf" /><Relationship Type="http://schemas.openxmlformats.org/officeDocument/2006/relationships/notesSlide" Target="/ppt/notesSlides/notesSlide13.xml" Id="Rf0680c8edf4f4f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88ddf90fc43ad" /><Relationship Type="http://schemas.openxmlformats.org/officeDocument/2006/relationships/notesSlide" Target="/ppt/notesSlides/notesSlide14.xml" Id="Rfd5b9864b019440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3d135087e40f3" /><Relationship Type="http://schemas.openxmlformats.org/officeDocument/2006/relationships/notesSlide" Target="/ppt/notesSlides/notesSlide15.xml" Id="R9adf5392b3e0407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A–Chamber 1</c:v>
          </c:tx>
          <c:spPr>
            <a:solidFill xmlns:a="http://schemas.openxmlformats.org/drawingml/2006/main">
              <a:srgbClr val="17365D"/>
            </a:solidFill>
          </c:spPr>
          <c:cat>
            <c:strLit>
              <c:ptCount val="6"/>
              <c:pt idx="0">
                <c:v>Ridge</c:v>
              </c:pt>
              <c:pt idx="1">
                <c:v>Random Forest</c:v>
              </c:pt>
              <c:pt idx="2">
                <c:v>Extra Trees</c:v>
              </c:pt>
              <c:pt idx="3">
                <c:v>HistGradientBoosting</c:v>
              </c:pt>
              <c:pt idx="4">
                <c:v>XGBoost</c:v>
              </c:pt>
              <c:pt idx="5">
                <c:v>CatBoost</c:v>
              </c:pt>
            </c:strLit>
          </c:cat>
          <c:val>
            <c:numLit>
              <c:formatCode>0.0</c:formatCode>
              <c:ptCount val="6"/>
              <c:pt idx="0">
                <c:v>3.8189577093802125</c:v>
              </c:pt>
              <c:pt idx="1">
                <c:v>2.7734237627217158</c:v>
              </c:pt>
              <c:pt idx="2">
                <c:v>2.8339391708803054</c:v>
              </c:pt>
              <c:pt idx="3">
                <c:v>2.8078370102970838</c:v>
              </c:pt>
              <c:pt idx="4">
                <c:v>3.0503780150028663</c:v>
              </c:pt>
              <c:pt idx="5">
                <c:v>2.9664607911961034</c:v>
              </c:pt>
            </c:numLit>
          </c:val>
        </c:ser>
        <c:ser>
          <c:idx val="1"/>
          <c:order val="1"/>
          <c:tx>
            <c:v>A–Chamber 4</c:v>
          </c:tx>
          <c:spPr>
            <a:solidFill xmlns:a="http://schemas.openxmlformats.org/drawingml/2006/main">
              <a:srgbClr val="2A7F8E"/>
            </a:solidFill>
          </c:spPr>
          <c:cat>
            <c:strLit>
              <c:ptCount val="6"/>
              <c:pt idx="0">
                <c:v>Ridge</c:v>
              </c:pt>
              <c:pt idx="1">
                <c:v>Random Forest</c:v>
              </c:pt>
              <c:pt idx="2">
                <c:v>Extra Trees</c:v>
              </c:pt>
              <c:pt idx="3">
                <c:v>HistGradientBoosting</c:v>
              </c:pt>
              <c:pt idx="4">
                <c:v>XGBoost</c:v>
              </c:pt>
              <c:pt idx="5">
                <c:v>CatBoost</c:v>
              </c:pt>
            </c:strLit>
          </c:cat>
          <c:val>
            <c:numLit>
              <c:formatCode>0.0</c:formatCode>
              <c:ptCount val="6"/>
              <c:pt idx="0">
                <c:v>6.753915300099049</c:v>
              </c:pt>
              <c:pt idx="1">
                <c:v>2.9238072929400563</c:v>
              </c:pt>
              <c:pt idx="2">
                <c:v>3.0286935226078495</c:v>
              </c:pt>
              <c:pt idx="3">
                <c:v>2.9786994717246786</c:v>
              </c:pt>
              <c:pt idx="4">
                <c:v>3.188137820914658</c:v>
              </c:pt>
              <c:pt idx="5">
                <c:v>3.4564578353347657</c:v>
              </c:pt>
            </c:numLit>
          </c:val>
        </c:ser>
        <c:ser>
          <c:idx val="2"/>
          <c:order val="2"/>
          <c:tx>
            <c:v>B–Chamber 4</c:v>
          </c:tx>
          <c:spPr>
            <a:solidFill xmlns:a="http://schemas.openxmlformats.org/drawingml/2006/main">
              <a:srgbClr val="F26B4E"/>
            </a:solidFill>
          </c:spPr>
          <c:cat>
            <c:strLit>
              <c:ptCount val="6"/>
              <c:pt idx="0">
                <c:v>Ridge</c:v>
              </c:pt>
              <c:pt idx="1">
                <c:v>Random Forest</c:v>
              </c:pt>
              <c:pt idx="2">
                <c:v>Extra Trees</c:v>
              </c:pt>
              <c:pt idx="3">
                <c:v>HistGradientBoosting</c:v>
              </c:pt>
              <c:pt idx="4">
                <c:v>XGBoost</c:v>
              </c:pt>
              <c:pt idx="5">
                <c:v>CatBoost</c:v>
              </c:pt>
            </c:strLit>
          </c:cat>
          <c:val>
            <c:numLit>
              <c:formatCode>0.0</c:formatCode>
              <c:ptCount val="6"/>
              <c:pt idx="0">
                <c:v>5.324323569373355</c:v>
              </c:pt>
              <c:pt idx="1">
                <c:v>3.7853130086315696</c:v>
              </c:pt>
              <c:pt idx="2">
                <c:v>3.5510451837813464</c:v>
              </c:pt>
              <c:pt idx="3">
                <c:v>3.4738830397400595</c:v>
              </c:pt>
              <c:pt idx="4">
                <c:v>3.4716874622890597</c:v>
              </c:pt>
              <c:pt idx="5">
                <c:v>3.5663909191793564</c:v>
              </c:pt>
            </c:numLit>
          </c:val>
        </c:ser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E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검증 RMSE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38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5738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EE7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A–Chamber 1</c:v>
          </c:tx>
          <c:spPr>
            <a:solidFill xmlns:a="http://schemas.openxmlformats.org/drawingml/2006/main">
              <a:srgbClr val="17365D"/>
            </a:solidFill>
          </c:spPr>
          <c:cat>
            <c:strLit>
              <c:ptCount val="6"/>
              <c:pt idx="0">
                <c:v>Ridge</c:v>
              </c:pt>
              <c:pt idx="1">
                <c:v>Random Forest</c:v>
              </c:pt>
              <c:pt idx="2">
                <c:v>Extra Trees</c:v>
              </c:pt>
              <c:pt idx="3">
                <c:v>HistGradientBoosting</c:v>
              </c:pt>
              <c:pt idx="4">
                <c:v>XGBoost</c:v>
              </c:pt>
              <c:pt idx="5">
                <c:v>CatBoost</c:v>
              </c:pt>
            </c:strLit>
          </c:cat>
          <c:val>
            <c:numLit>
              <c:formatCode>0.0</c:formatCode>
              <c:ptCount val="6"/>
              <c:pt idx="0">
                <c:v>0.11777877088391997</c:v>
              </c:pt>
              <c:pt idx="1">
                <c:v>0.5347136943898267</c:v>
              </c:pt>
              <c:pt idx="2">
                <c:v>0.5141873108629169</c:v>
              </c:pt>
              <c:pt idx="3">
                <c:v>0.5230953089699686</c:v>
              </c:pt>
              <c:pt idx="4">
                <c:v>0.4371468119493602</c:v>
              </c:pt>
              <c:pt idx="5">
                <c:v>0.4676895023923301</c:v>
              </c:pt>
            </c:numLit>
          </c:val>
        </c:ser>
        <c:ser>
          <c:idx val="1"/>
          <c:order val="1"/>
          <c:tx>
            <c:v>A–Chamber 4</c:v>
          </c:tx>
          <c:spPr>
            <a:solidFill xmlns:a="http://schemas.openxmlformats.org/drawingml/2006/main">
              <a:srgbClr val="2A7F8E"/>
            </a:solidFill>
          </c:spPr>
          <c:cat>
            <c:strLit>
              <c:ptCount val="6"/>
              <c:pt idx="0">
                <c:v>Ridge</c:v>
              </c:pt>
              <c:pt idx="1">
                <c:v>Random Forest</c:v>
              </c:pt>
              <c:pt idx="2">
                <c:v>Extra Trees</c:v>
              </c:pt>
              <c:pt idx="3">
                <c:v>HistGradientBoosting</c:v>
              </c:pt>
              <c:pt idx="4">
                <c:v>XGBoost</c:v>
              </c:pt>
              <c:pt idx="5">
                <c:v>CatBoost</c:v>
              </c:pt>
            </c:strLit>
          </c:cat>
          <c:val>
            <c:numLit>
              <c:formatCode>0.0</c:formatCode>
              <c:ptCount val="6"/>
              <c:pt idx="0">
                <c:v>0.008795385233825836</c:v>
              </c:pt>
              <c:pt idx="1">
                <c:v>0.8142411192781953</c:v>
              </c:pt>
              <c:pt idx="2">
                <c:v>0.8006745501141989</c:v>
              </c:pt>
              <c:pt idx="3">
                <c:v>0.807200691331785</c:v>
              </c:pt>
              <c:pt idx="4">
                <c:v>0.7791353200708984</c:v>
              </c:pt>
              <c:pt idx="5">
                <c:v>0.7403940617937741</c:v>
              </c:pt>
            </c:numLit>
          </c:val>
        </c:ser>
        <c:ser>
          <c:idx val="2"/>
          <c:order val="2"/>
          <c:tx>
            <c:v>B–Chamber 4</c:v>
          </c:tx>
          <c:spPr>
            <a:solidFill xmlns:a="http://schemas.openxmlformats.org/drawingml/2006/main">
              <a:srgbClr val="F26B4E"/>
            </a:solidFill>
          </c:spPr>
          <c:cat>
            <c:strLit>
              <c:ptCount val="6"/>
              <c:pt idx="0">
                <c:v>Ridge</c:v>
              </c:pt>
              <c:pt idx="1">
                <c:v>Random Forest</c:v>
              </c:pt>
              <c:pt idx="2">
                <c:v>Extra Trees</c:v>
              </c:pt>
              <c:pt idx="3">
                <c:v>HistGradientBoosting</c:v>
              </c:pt>
              <c:pt idx="4">
                <c:v>XGBoost</c:v>
              </c:pt>
              <c:pt idx="5">
                <c:v>CatBoost</c:v>
              </c:pt>
            </c:strLit>
          </c:cat>
          <c:val>
            <c:numLit>
              <c:formatCode>0.0</c:formatCode>
              <c:ptCount val="6"/>
              <c:pt idx="0">
                <c:v>0.6880875098496937</c:v>
              </c:pt>
              <c:pt idx="1">
                <c:v>0.8423450978309913</c:v>
              </c:pt>
              <c:pt idx="2">
                <c:v>0.8612553385540552</c:v>
              </c:pt>
              <c:pt idx="3">
                <c:v>0.8672195092233543</c:v>
              </c:pt>
              <c:pt idx="4">
                <c:v>0.8673872970971639</c:v>
              </c:pt>
              <c:pt idx="5">
                <c:v>0.8600535856858622</c:v>
              </c:pt>
            </c:numLit>
          </c:val>
        </c:ser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E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검증 R²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38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5738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EE7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예측</c:v>
          </c:tx>
          <c:spPr>
            <a:solidFill xmlns:a="http://schemas.openxmlformats.org/drawingml/2006/main">
              <a:srgbClr val="17365D"/>
            </a:solidFill>
          </c:spPr>
          <c:marker>
            <c:symbol val="circle"/>
            <c:size val="4"/>
          </c:marker>
          <c:xVal>
            <c:numLit>
              <c:formatCode>General</c:formatCode>
              <c:ptCount val="73"/>
              <c:pt idx="0">
                <c:v>151.26585</c:v>
              </c:pt>
              <c:pt idx="1">
                <c:v>154.6929</c:v>
              </c:pt>
              <c:pt idx="2">
                <c:v>146.26905</c:v>
              </c:pt>
              <c:pt idx="3">
                <c:v>150.6453</c:v>
              </c:pt>
              <c:pt idx="4">
                <c:v>146.94345</c:v>
              </c:pt>
              <c:pt idx="5">
                <c:v>152.6538</c:v>
              </c:pt>
              <c:pt idx="6">
                <c:v>146.91585</c:v>
              </c:pt>
              <c:pt idx="7">
                <c:v>150.09345</c:v>
              </c:pt>
              <c:pt idx="8">
                <c:v>151.8894</c:v>
              </c:pt>
              <c:pt idx="9">
                <c:v>151.9719</c:v>
              </c:pt>
              <c:pt idx="10">
                <c:v>147.90315</c:v>
              </c:pt>
              <c:pt idx="11">
                <c:v>145.3953</c:v>
              </c:pt>
              <c:pt idx="12">
                <c:v>152.89425</c:v>
              </c:pt>
              <c:pt idx="13">
                <c:v>146.54955</c:v>
              </c:pt>
              <c:pt idx="14">
                <c:v>147.813</c:v>
              </c:pt>
              <c:pt idx="15">
                <c:v>154.1358</c:v>
              </c:pt>
              <c:pt idx="16">
                <c:v>153.55605</c:v>
              </c:pt>
              <c:pt idx="17">
                <c:v>156.4371</c:v>
              </c:pt>
              <c:pt idx="18">
                <c:v>150.1638</c:v>
              </c:pt>
              <c:pt idx="19">
                <c:v>154.07205</c:v>
              </c:pt>
              <c:pt idx="20">
                <c:v>153.2826</c:v>
              </c:pt>
              <c:pt idx="21">
                <c:v>152.00505</c:v>
              </c:pt>
              <c:pt idx="22">
                <c:v>148.5789</c:v>
              </c:pt>
              <c:pt idx="23">
                <c:v>153.261</c:v>
              </c:pt>
              <c:pt idx="24">
                <c:v>150.36255</c:v>
              </c:pt>
              <c:pt idx="25">
                <c:v>155.04345</c:v>
              </c:pt>
              <c:pt idx="26">
                <c:v>150.6138</c:v>
              </c:pt>
              <c:pt idx="27">
                <c:v>156.40005</c:v>
              </c:pt>
              <c:pt idx="28">
                <c:v>151.36725</c:v>
              </c:pt>
              <c:pt idx="29">
                <c:v>153.6666</c:v>
              </c:pt>
              <c:pt idx="30">
                <c:v>156.65895</c:v>
              </c:pt>
              <c:pt idx="31">
                <c:v>147.3276</c:v>
              </c:pt>
              <c:pt idx="32">
                <c:v>150.77535</c:v>
              </c:pt>
              <c:pt idx="33">
                <c:v>151.1043</c:v>
              </c:pt>
              <c:pt idx="34">
                <c:v>155.6364</c:v>
              </c:pt>
              <c:pt idx="35">
                <c:v>151.2192</c:v>
              </c:pt>
              <c:pt idx="36">
                <c:v>149.54775</c:v>
              </c:pt>
              <c:pt idx="37">
                <c:v>147.80235</c:v>
              </c:pt>
              <c:pt idx="38">
                <c:v>148.61955</c:v>
              </c:pt>
              <c:pt idx="39">
                <c:v>153.6369</c:v>
              </c:pt>
              <c:pt idx="40">
                <c:v>153.6339</c:v>
              </c:pt>
              <c:pt idx="41">
                <c:v>163.79715</c:v>
              </c:pt>
              <c:pt idx="42">
                <c:v>151.0161</c:v>
              </c:pt>
              <c:pt idx="43">
                <c:v>157.93275</c:v>
              </c:pt>
              <c:pt idx="44">
                <c:v>148.782</c:v>
              </c:pt>
              <c:pt idx="45">
                <c:v>151.1541</c:v>
              </c:pt>
              <c:pt idx="46">
                <c:v>160.00425</c:v>
              </c:pt>
              <c:pt idx="47">
                <c:v>151.7856</c:v>
              </c:pt>
              <c:pt idx="48">
                <c:v>151.1949</c:v>
              </c:pt>
              <c:pt idx="49">
                <c:v>147.5133</c:v>
              </c:pt>
              <c:pt idx="50">
                <c:v>149.02635</c:v>
              </c:pt>
              <c:pt idx="51">
                <c:v>150.78855</c:v>
              </c:pt>
              <c:pt idx="52">
                <c:v>151.1739</c:v>
              </c:pt>
              <c:pt idx="53">
                <c:v>160.13115</c:v>
              </c:pt>
              <c:pt idx="54">
                <c:v>156.5919</c:v>
              </c:pt>
              <c:pt idx="55">
                <c:v>158.53995</c:v>
              </c:pt>
              <c:pt idx="56">
                <c:v>162.2781</c:v>
              </c:pt>
              <c:pt idx="57">
                <c:v>147.6615</c:v>
              </c:pt>
              <c:pt idx="58">
                <c:v>150.4155</c:v>
              </c:pt>
              <c:pt idx="59">
                <c:v>148.44435</c:v>
              </c:pt>
              <c:pt idx="60">
                <c:v>155.89485</c:v>
              </c:pt>
              <c:pt idx="61">
                <c:v>155.57655</c:v>
              </c:pt>
              <c:pt idx="62">
                <c:v>151.851</c:v>
              </c:pt>
              <c:pt idx="63">
                <c:v>153.89505</c:v>
              </c:pt>
              <c:pt idx="64">
                <c:v>155.23035</c:v>
              </c:pt>
              <c:pt idx="65">
                <c:v>150.68835</c:v>
              </c:pt>
              <c:pt idx="66">
                <c:v>145.56525</c:v>
              </c:pt>
              <c:pt idx="67">
                <c:v>151.6557</c:v>
              </c:pt>
              <c:pt idx="68">
                <c:v>152.7459</c:v>
              </c:pt>
              <c:pt idx="69">
                <c:v>154.40865</c:v>
              </c:pt>
              <c:pt idx="70">
                <c:v>152.98755</c:v>
              </c:pt>
              <c:pt idx="71">
                <c:v>155.61465</c:v>
              </c:pt>
              <c:pt idx="72">
                <c:v>154.833</c:v>
              </c:pt>
            </c:numLit>
          </c:xVal>
          <c:yVal>
            <c:numLit>
              <c:formatCode>General</c:formatCode>
              <c:ptCount val="73"/>
              <c:pt idx="0">
                <c:v>150.29278231900545</c:v>
              </c:pt>
              <c:pt idx="1">
                <c:v>146.22323973749963</c:v>
              </c:pt>
              <c:pt idx="2">
                <c:v>151.1919848796485</c:v>
              </c:pt>
              <c:pt idx="3">
                <c:v>150.72718553181736</c:v>
              </c:pt>
              <c:pt idx="4">
                <c:v>149.30869518492972</c:v>
              </c:pt>
              <c:pt idx="5">
                <c:v>148.29206155127932</c:v>
              </c:pt>
              <c:pt idx="6">
                <c:v>150.21990431657574</c:v>
              </c:pt>
              <c:pt idx="7">
                <c:v>152.32258686656075</c:v>
              </c:pt>
              <c:pt idx="8">
                <c:v>150.17142017738405</c:v>
              </c:pt>
              <c:pt idx="9">
                <c:v>149.92694019350935</c:v>
              </c:pt>
              <c:pt idx="10">
                <c:v>144.5845417359849</c:v>
              </c:pt>
              <c:pt idx="11">
                <c:v>145.94584348234494</c:v>
              </c:pt>
              <c:pt idx="12">
                <c:v>149.29585882082847</c:v>
              </c:pt>
              <c:pt idx="13">
                <c:v>148.41169508865798</c:v>
              </c:pt>
              <c:pt idx="14">
                <c:v>143.6605191125001</c:v>
              </c:pt>
              <c:pt idx="15">
                <c:v>151.5298504955683</c:v>
              </c:pt>
              <c:pt idx="16">
                <c:v>152.28162506632597</c:v>
              </c:pt>
              <c:pt idx="17">
                <c:v>153.350390953841</c:v>
              </c:pt>
              <c:pt idx="18">
                <c:v>149.1160527827346</c:v>
              </c:pt>
              <c:pt idx="19">
                <c:v>151.2696582624413</c:v>
              </c:pt>
              <c:pt idx="20">
                <c:v>151.0822635816034</c:v>
              </c:pt>
              <c:pt idx="21">
                <c:v>151.551183424027</c:v>
              </c:pt>
              <c:pt idx="22">
                <c:v>148.8738878782995</c:v>
              </c:pt>
              <c:pt idx="23">
                <c:v>150.72474216312216</c:v>
              </c:pt>
              <c:pt idx="24">
                <c:v>148.37027397015248</c:v>
              </c:pt>
              <c:pt idx="25">
                <c:v>150.56037979523532</c:v>
              </c:pt>
              <c:pt idx="26">
                <c:v>150.69992486071638</c:v>
              </c:pt>
              <c:pt idx="27">
                <c:v>152.1225674117904</c:v>
              </c:pt>
              <c:pt idx="28">
                <c:v>151.88982004902303</c:v>
              </c:pt>
              <c:pt idx="29">
                <c:v>151.00797848939757</c:v>
              </c:pt>
              <c:pt idx="30">
                <c:v>153.199389638418</c:v>
              </c:pt>
              <c:pt idx="31">
                <c:v>150.5685712009602</c:v>
              </c:pt>
              <c:pt idx="32">
                <c:v>152.65026361715198</c:v>
              </c:pt>
              <c:pt idx="33">
                <c:v>151.10599609015256</c:v>
              </c:pt>
              <c:pt idx="34">
                <c:v>151.93029962125277</c:v>
              </c:pt>
              <c:pt idx="35">
                <c:v>152.58072306789515</c:v>
              </c:pt>
              <c:pt idx="36">
                <c:v>150.154890267747</c:v>
              </c:pt>
              <c:pt idx="37">
                <c:v>150.6511702107465</c:v>
              </c:pt>
              <c:pt idx="38">
                <c:v>152.95520413692967</c:v>
              </c:pt>
              <c:pt idx="39">
                <c:v>150.66621426074764</c:v>
              </c:pt>
              <c:pt idx="40">
                <c:v>152.27536393246248</c:v>
              </c:pt>
              <c:pt idx="41">
                <c:v>153.42898483981972</c:v>
              </c:pt>
              <c:pt idx="42">
                <c:v>152.4290311503088</c:v>
              </c:pt>
              <c:pt idx="43">
                <c:v>160.2926072445497</c:v>
              </c:pt>
              <c:pt idx="44">
                <c:v>149.82921067683608</c:v>
              </c:pt>
              <c:pt idx="45">
                <c:v>152.62430429687348</c:v>
              </c:pt>
              <c:pt idx="46">
                <c:v>156.56213805561453</c:v>
              </c:pt>
              <c:pt idx="47">
                <c:v>152.34359146926568</c:v>
              </c:pt>
              <c:pt idx="48">
                <c:v>152.43288712207314</c:v>
              </c:pt>
              <c:pt idx="49">
                <c:v>150.51813667858627</c:v>
              </c:pt>
              <c:pt idx="50">
                <c:v>150.59443993027287</c:v>
              </c:pt>
              <c:pt idx="51">
                <c:v>149.90507500965904</c:v>
              </c:pt>
              <c:pt idx="52">
                <c:v>151.5778934495511</c:v>
              </c:pt>
              <c:pt idx="53">
                <c:v>157.76481054949113</c:v>
              </c:pt>
              <c:pt idx="54">
                <c:v>153.70698923312798</c:v>
              </c:pt>
              <c:pt idx="55">
                <c:v>156.70407495679098</c:v>
              </c:pt>
              <c:pt idx="56">
                <c:v>155.5259899111489</c:v>
              </c:pt>
              <c:pt idx="57">
                <c:v>153.47306255655536</c:v>
              </c:pt>
              <c:pt idx="58">
                <c:v>145.1230904115078</c:v>
              </c:pt>
              <c:pt idx="59">
                <c:v>146.6550247637607</c:v>
              </c:pt>
              <c:pt idx="60">
                <c:v>151.2476190405976</c:v>
              </c:pt>
              <c:pt idx="61">
                <c:v>157.2342483689556</c:v>
              </c:pt>
              <c:pt idx="62">
                <c:v>157.56224764971043</c:v>
              </c:pt>
              <c:pt idx="63">
                <c:v>152.88420101073746</c:v>
              </c:pt>
              <c:pt idx="64">
                <c:v>152.35989188524061</c:v>
              </c:pt>
              <c:pt idx="65">
                <c:v>152.7150586625874</c:v>
              </c:pt>
              <c:pt idx="66">
                <c:v>149.68074857483234</c:v>
              </c:pt>
              <c:pt idx="67">
                <c:v>152.43827784468945</c:v>
              </c:pt>
              <c:pt idx="68">
                <c:v>150.79907466969837</c:v>
              </c:pt>
              <c:pt idx="69">
                <c:v>152.99988258080126</c:v>
              </c:pt>
              <c:pt idx="70">
                <c:v>152.518417567137</c:v>
              </c:pt>
              <c:pt idx="71">
                <c:v>152.09769460647152</c:v>
              </c:pt>
              <c:pt idx="72">
                <c:v>154.01858965933127</c:v>
              </c:pt>
            </c:numLit>
          </c:yVal>
        </c:ser>
        <c:ser>
          <c:idx val="1"/>
          <c:order val="1"/>
          <c:tx>
            <c:v>일치선</c:v>
          </c:tx>
          <c:spPr>
            <a:ln xmlns:a="http://schemas.openxmlformats.org/drawingml/2006/main" w="19050">
              <a:solidFill>
                <a:srgbClr val="657386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2"/>
              <c:pt idx="0">
                <c:v>143.6605191125001</c:v>
              </c:pt>
              <c:pt idx="1">
                <c:v>163.79715</c:v>
              </c:pt>
            </c:numLit>
          </c:xVal>
          <c:yVal>
            <c:numLit>
              <c:formatCode>General</c:formatCode>
              <c:ptCount val="2"/>
              <c:pt idx="0">
                <c:v>143.6605191125001</c:v>
              </c:pt>
              <c:pt idx="1">
                <c:v>163.79715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예측 MRR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5738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DE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실제 MRR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57386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EE7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예측</c:v>
          </c:tx>
          <c:spPr>
            <a:solidFill xmlns:a="http://schemas.openxmlformats.org/drawingml/2006/main">
              <a:srgbClr val="2A7F8E"/>
            </a:solidFill>
          </c:spPr>
          <c:marker>
            <c:symbol val="circle"/>
            <c:size val="4"/>
          </c:marker>
          <c:xVal>
            <c:numLit>
              <c:formatCode>General</c:formatCode>
              <c:ptCount val="163"/>
              <c:pt idx="0">
                <c:v>60.44715</c:v>
              </c:pt>
              <c:pt idx="1">
                <c:v>57.2523</c:v>
              </c:pt>
              <c:pt idx="2">
                <c:v>56.1786</c:v>
              </c:pt>
              <c:pt idx="3">
                <c:v>69.84885</c:v>
              </c:pt>
              <c:pt idx="4">
                <c:v>70.56045</c:v>
              </c:pt>
              <c:pt idx="5">
                <c:v>70.04175</c:v>
              </c:pt>
              <c:pt idx="6">
                <c:v>82.56705</c:v>
              </c:pt>
              <c:pt idx="7">
                <c:v>75.29955</c:v>
              </c:pt>
              <c:pt idx="8">
                <c:v>62.7504</c:v>
              </c:pt>
              <c:pt idx="9">
                <c:v>78.48405</c:v>
              </c:pt>
              <c:pt idx="10">
                <c:v>70.2735</c:v>
              </c:pt>
              <c:pt idx="11">
                <c:v>69.9954</c:v>
              </c:pt>
              <c:pt idx="12">
                <c:v>65.64585</c:v>
              </c:pt>
              <c:pt idx="13">
                <c:v>70.7943</c:v>
              </c:pt>
              <c:pt idx="14">
                <c:v>69.63975</c:v>
              </c:pt>
              <c:pt idx="15">
                <c:v>66.5856</c:v>
              </c:pt>
              <c:pt idx="16">
                <c:v>70.79865</c:v>
              </c:pt>
              <c:pt idx="17">
                <c:v>72.97155</c:v>
              </c:pt>
              <c:pt idx="18">
                <c:v>69.4038</c:v>
              </c:pt>
              <c:pt idx="19">
                <c:v>70.5174</c:v>
              </c:pt>
              <c:pt idx="20">
                <c:v>73.0947</c:v>
              </c:pt>
              <c:pt idx="21">
                <c:v>68.36535</c:v>
              </c:pt>
              <c:pt idx="22">
                <c:v>74.7423</c:v>
              </c:pt>
              <c:pt idx="23">
                <c:v>72.5712</c:v>
              </c:pt>
              <c:pt idx="24">
                <c:v>66.47775</c:v>
              </c:pt>
              <c:pt idx="25">
                <c:v>68.01585</c:v>
              </c:pt>
              <c:pt idx="26">
                <c:v>63.6735</c:v>
              </c:pt>
              <c:pt idx="27">
                <c:v>67.9998</c:v>
              </c:pt>
              <c:pt idx="28">
                <c:v>72.10245</c:v>
              </c:pt>
              <c:pt idx="29">
                <c:v>72.18225</c:v>
              </c:pt>
              <c:pt idx="30">
                <c:v>70.51065</c:v>
              </c:pt>
              <c:pt idx="31">
                <c:v>71.8215</c:v>
              </c:pt>
              <c:pt idx="32">
                <c:v>72.47895</c:v>
              </c:pt>
              <c:pt idx="33">
                <c:v>70.7502</c:v>
              </c:pt>
              <c:pt idx="34">
                <c:v>71.17155</c:v>
              </c:pt>
              <c:pt idx="35">
                <c:v>74.5998</c:v>
              </c:pt>
              <c:pt idx="36">
                <c:v>78.03345</c:v>
              </c:pt>
              <c:pt idx="37">
                <c:v>76.62405</c:v>
              </c:pt>
              <c:pt idx="38">
                <c:v>78.6405</c:v>
              </c:pt>
              <c:pt idx="39">
                <c:v>63.4305</c:v>
              </c:pt>
              <c:pt idx="40">
                <c:v>64.84635</c:v>
              </c:pt>
              <c:pt idx="41">
                <c:v>58.3209</c:v>
              </c:pt>
              <c:pt idx="42">
                <c:v>59.4636</c:v>
              </c:pt>
              <c:pt idx="43">
                <c:v>63.44025</c:v>
              </c:pt>
              <c:pt idx="44">
                <c:v>69.8505</c:v>
              </c:pt>
              <c:pt idx="45">
                <c:v>66.8805</c:v>
              </c:pt>
              <c:pt idx="46">
                <c:v>61.5069</c:v>
              </c:pt>
              <c:pt idx="47">
                <c:v>65.17935</c:v>
              </c:pt>
              <c:pt idx="48">
                <c:v>63.26625</c:v>
              </c:pt>
              <c:pt idx="49">
                <c:v>54.5025</c:v>
              </c:pt>
              <c:pt idx="50">
                <c:v>67.7304</c:v>
              </c:pt>
              <c:pt idx="51">
                <c:v>56.64495</c:v>
              </c:pt>
              <c:pt idx="52">
                <c:v>73.84995</c:v>
              </c:pt>
              <c:pt idx="53">
                <c:v>74.92635</c:v>
              </c:pt>
              <c:pt idx="54">
                <c:v>81.38565</c:v>
              </c:pt>
              <c:pt idx="55">
                <c:v>69.91755</c:v>
              </c:pt>
              <c:pt idx="56">
                <c:v>75.85785</c:v>
              </c:pt>
              <c:pt idx="57">
                <c:v>70.7889</c:v>
              </c:pt>
              <c:pt idx="58">
                <c:v>72.7815</c:v>
              </c:pt>
              <c:pt idx="59">
                <c:v>75.13665</c:v>
              </c:pt>
              <c:pt idx="60">
                <c:v>77.3532</c:v>
              </c:pt>
              <c:pt idx="61">
                <c:v>76.8978</c:v>
              </c:pt>
              <c:pt idx="62">
                <c:v>77.4405</c:v>
              </c:pt>
              <c:pt idx="63">
                <c:v>72.5799</c:v>
              </c:pt>
              <c:pt idx="64">
                <c:v>76.8822</c:v>
              </c:pt>
              <c:pt idx="65">
                <c:v>77.7087</c:v>
              </c:pt>
              <c:pt idx="66">
                <c:v>74.895</c:v>
              </c:pt>
              <c:pt idx="67">
                <c:v>74.42475</c:v>
              </c:pt>
              <c:pt idx="68">
                <c:v>71.8617</c:v>
              </c:pt>
              <c:pt idx="69">
                <c:v>69.66795</c:v>
              </c:pt>
              <c:pt idx="70">
                <c:v>66.9333</c:v>
              </c:pt>
              <c:pt idx="71">
                <c:v>67.95825</c:v>
              </c:pt>
              <c:pt idx="72">
                <c:v>74.1255</c:v>
              </c:pt>
              <c:pt idx="73">
                <c:v>74.94945</c:v>
              </c:pt>
              <c:pt idx="74">
                <c:v>70.8963</c:v>
              </c:pt>
              <c:pt idx="75">
                <c:v>71.74995</c:v>
              </c:pt>
              <c:pt idx="76">
                <c:v>81.08355</c:v>
              </c:pt>
              <c:pt idx="77">
                <c:v>78.46215</c:v>
              </c:pt>
              <c:pt idx="78">
                <c:v>79.3176</c:v>
              </c:pt>
              <c:pt idx="79">
                <c:v>77.1681</c:v>
              </c:pt>
              <c:pt idx="80">
                <c:v>83.6712</c:v>
              </c:pt>
              <c:pt idx="81">
                <c:v>80.5788</c:v>
              </c:pt>
              <c:pt idx="82">
                <c:v>73.2867</c:v>
              </c:pt>
              <c:pt idx="83">
                <c:v>81.1596</c:v>
              </c:pt>
              <c:pt idx="84">
                <c:v>72.6753</c:v>
              </c:pt>
              <c:pt idx="85">
                <c:v>79.563</c:v>
              </c:pt>
              <c:pt idx="86">
                <c:v>74.47875</c:v>
              </c:pt>
              <c:pt idx="87">
                <c:v>78.43335</c:v>
              </c:pt>
              <c:pt idx="88">
                <c:v>74.5197</c:v>
              </c:pt>
              <c:pt idx="89">
                <c:v>78.91875</c:v>
              </c:pt>
              <c:pt idx="90">
                <c:v>79.61205</c:v>
              </c:pt>
              <c:pt idx="91">
                <c:v>81.3951</c:v>
              </c:pt>
              <c:pt idx="92">
                <c:v>73.16355</c:v>
              </c:pt>
              <c:pt idx="93">
                <c:v>78.23445</c:v>
              </c:pt>
              <c:pt idx="94">
                <c:v>86.71605</c:v>
              </c:pt>
              <c:pt idx="95">
                <c:v>80.17425</c:v>
              </c:pt>
              <c:pt idx="96">
                <c:v>72.28965</c:v>
              </c:pt>
              <c:pt idx="97">
                <c:v>84.94815</c:v>
              </c:pt>
              <c:pt idx="98">
                <c:v>76.4163</c:v>
              </c:pt>
              <c:pt idx="99">
                <c:v>76.59345</c:v>
              </c:pt>
              <c:pt idx="100">
                <c:v>80.8284</c:v>
              </c:pt>
              <c:pt idx="101">
                <c:v>78.1272</c:v>
              </c:pt>
              <c:pt idx="102">
                <c:v>80.4939</c:v>
              </c:pt>
              <c:pt idx="103">
                <c:v>61.7523</c:v>
              </c:pt>
              <c:pt idx="104">
                <c:v>77.0346</c:v>
              </c:pt>
              <c:pt idx="105">
                <c:v>78.06315</c:v>
              </c:pt>
              <c:pt idx="106">
                <c:v>77.4513</c:v>
              </c:pt>
              <c:pt idx="107">
                <c:v>65.8785</c:v>
              </c:pt>
              <c:pt idx="108">
                <c:v>65.28465</c:v>
              </c:pt>
              <c:pt idx="109">
                <c:v>65.6865</c:v>
              </c:pt>
              <c:pt idx="110">
                <c:v>70.34235</c:v>
              </c:pt>
              <c:pt idx="111">
                <c:v>71.0067</c:v>
              </c:pt>
              <c:pt idx="112">
                <c:v>80.71875</c:v>
              </c:pt>
              <c:pt idx="113">
                <c:v>75.7044</c:v>
              </c:pt>
              <c:pt idx="114">
                <c:v>76.7349</c:v>
              </c:pt>
              <c:pt idx="115">
                <c:v>76.9827</c:v>
              </c:pt>
              <c:pt idx="116">
                <c:v>72.4368</c:v>
              </c:pt>
              <c:pt idx="117">
                <c:v>77.7135</c:v>
              </c:pt>
              <c:pt idx="118">
                <c:v>79.3983</c:v>
              </c:pt>
              <c:pt idx="119">
                <c:v>74.57475</c:v>
              </c:pt>
              <c:pt idx="120">
                <c:v>79.1781</c:v>
              </c:pt>
              <c:pt idx="121">
                <c:v>74.44935</c:v>
              </c:pt>
              <c:pt idx="122">
                <c:v>75.5193</c:v>
              </c:pt>
              <c:pt idx="123">
                <c:v>73.146</c:v>
              </c:pt>
              <c:pt idx="124">
                <c:v>77.0508</c:v>
              </c:pt>
              <c:pt idx="125">
                <c:v>75.0228</c:v>
              </c:pt>
              <c:pt idx="126">
                <c:v>75.79305</c:v>
              </c:pt>
              <c:pt idx="127">
                <c:v>76.3683</c:v>
              </c:pt>
              <c:pt idx="128">
                <c:v>83.06325</c:v>
              </c:pt>
              <c:pt idx="129">
                <c:v>64.47015</c:v>
              </c:pt>
              <c:pt idx="130">
                <c:v>68.3328</c:v>
              </c:pt>
              <c:pt idx="131">
                <c:v>68.5437</c:v>
              </c:pt>
              <c:pt idx="132">
                <c:v>71.65575</c:v>
              </c:pt>
              <c:pt idx="133">
                <c:v>71.0001</c:v>
              </c:pt>
              <c:pt idx="134">
                <c:v>75.6699</c:v>
              </c:pt>
              <c:pt idx="135">
                <c:v>61.56705</c:v>
              </c:pt>
              <c:pt idx="136">
                <c:v>61.4382</c:v>
              </c:pt>
              <c:pt idx="137">
                <c:v>63.81705</c:v>
              </c:pt>
              <c:pt idx="138">
                <c:v>70.20495</c:v>
              </c:pt>
              <c:pt idx="139">
                <c:v>74.8434</c:v>
              </c:pt>
              <c:pt idx="140">
                <c:v>74.7762</c:v>
              </c:pt>
              <c:pt idx="141">
                <c:v>73.59315</c:v>
              </c:pt>
              <c:pt idx="142">
                <c:v>73.35465</c:v>
              </c:pt>
              <c:pt idx="143">
                <c:v>72.6645</c:v>
              </c:pt>
              <c:pt idx="144">
                <c:v>78.12675</c:v>
              </c:pt>
              <c:pt idx="145">
                <c:v>79.3182</c:v>
              </c:pt>
              <c:pt idx="146">
                <c:v>81.9171</c:v>
              </c:pt>
              <c:pt idx="147">
                <c:v>77.5011</c:v>
              </c:pt>
              <c:pt idx="148">
                <c:v>72.55245</c:v>
              </c:pt>
              <c:pt idx="149">
                <c:v>72.3144</c:v>
              </c:pt>
              <c:pt idx="150">
                <c:v>76.2573</c:v>
              </c:pt>
              <c:pt idx="151">
                <c:v>72.86985</c:v>
              </c:pt>
              <c:pt idx="152">
                <c:v>72.13485</c:v>
              </c:pt>
              <c:pt idx="153">
                <c:v>74.08875</c:v>
              </c:pt>
              <c:pt idx="154">
                <c:v>77.4192</c:v>
              </c:pt>
              <c:pt idx="155">
                <c:v>59.79885</c:v>
              </c:pt>
              <c:pt idx="156">
                <c:v>59.43375</c:v>
              </c:pt>
              <c:pt idx="157">
                <c:v>74.05815</c:v>
              </c:pt>
              <c:pt idx="158">
                <c:v>56.61465</c:v>
              </c:pt>
              <c:pt idx="159">
                <c:v>70.5963</c:v>
              </c:pt>
              <c:pt idx="160">
                <c:v>60.9951</c:v>
              </c:pt>
              <c:pt idx="161">
                <c:v>67.47135</c:v>
              </c:pt>
              <c:pt idx="162">
                <c:v>65.07495</c:v>
              </c:pt>
            </c:numLit>
          </c:xVal>
          <c:yVal>
            <c:numLit>
              <c:formatCode>General</c:formatCode>
              <c:ptCount val="163"/>
              <c:pt idx="0">
                <c:v>62.06880647018963</c:v>
              </c:pt>
              <c:pt idx="1">
                <c:v>58.86247402440144</c:v>
              </c:pt>
              <c:pt idx="2">
                <c:v>60.21702150100472</c:v>
              </c:pt>
              <c:pt idx="3">
                <c:v>75.17701093959272</c:v>
              </c:pt>
              <c:pt idx="4">
                <c:v>68.97864538176714</c:v>
              </c:pt>
              <c:pt idx="5">
                <c:v>69.49648545284687</c:v>
              </c:pt>
              <c:pt idx="6">
                <c:v>78.50088638086206</c:v>
              </c:pt>
              <c:pt idx="7">
                <c:v>76.67390785699898</c:v>
              </c:pt>
              <c:pt idx="8">
                <c:v>75.52234969970391</c:v>
              </c:pt>
              <c:pt idx="9">
                <c:v>76.13410771721276</c:v>
              </c:pt>
              <c:pt idx="10">
                <c:v>70.06338224267371</c:v>
              </c:pt>
              <c:pt idx="11">
                <c:v>66.14824614536117</c:v>
              </c:pt>
              <c:pt idx="12">
                <c:v>66.147985729655</c:v>
              </c:pt>
              <c:pt idx="13">
                <c:v>68.20991083129638</c:v>
              </c:pt>
              <c:pt idx="14">
                <c:v>65.21301824880791</c:v>
              </c:pt>
              <c:pt idx="15">
                <c:v>66.99919439226757</c:v>
              </c:pt>
              <c:pt idx="16">
                <c:v>71.93047330517392</c:v>
              </c:pt>
              <c:pt idx="17">
                <c:v>75.66272351765258</c:v>
              </c:pt>
              <c:pt idx="18">
                <c:v>68.84403177097006</c:v>
              </c:pt>
              <c:pt idx="19">
                <c:v>68.95433632655629</c:v>
              </c:pt>
              <c:pt idx="20">
                <c:v>74.62054798256025</c:v>
              </c:pt>
              <c:pt idx="21">
                <c:v>71.40530271610213</c:v>
              </c:pt>
              <c:pt idx="22">
                <c:v>73.89540181088331</c:v>
              </c:pt>
              <c:pt idx="23">
                <c:v>70.50280784744356</c:v>
              </c:pt>
              <c:pt idx="24">
                <c:v>65.15812714089473</c:v>
              </c:pt>
              <c:pt idx="25">
                <c:v>64.82540645587557</c:v>
              </c:pt>
              <c:pt idx="26">
                <c:v>65.06991853803225</c:v>
              </c:pt>
              <c:pt idx="27">
                <c:v>66.18458914663167</c:v>
              </c:pt>
              <c:pt idx="28">
                <c:v>69.59632854373666</c:v>
              </c:pt>
              <c:pt idx="29">
                <c:v>70.49358410787308</c:v>
              </c:pt>
              <c:pt idx="30">
                <c:v>70.77303597056991</c:v>
              </c:pt>
              <c:pt idx="31">
                <c:v>73.02866501303615</c:v>
              </c:pt>
              <c:pt idx="32">
                <c:v>71.72756639958628</c:v>
              </c:pt>
              <c:pt idx="33">
                <c:v>73.05935104642246</c:v>
              </c:pt>
              <c:pt idx="34">
                <c:v>73.04984590115862</c:v>
              </c:pt>
              <c:pt idx="35">
                <c:v>73.49507138906428</c:v>
              </c:pt>
              <c:pt idx="36">
                <c:v>78.19014835386666</c:v>
              </c:pt>
              <c:pt idx="37">
                <c:v>78.91023003115652</c:v>
              </c:pt>
              <c:pt idx="38">
                <c:v>77.69879331507465</c:v>
              </c:pt>
              <c:pt idx="39">
                <c:v>62.523689687408</c:v>
              </c:pt>
              <c:pt idx="40">
                <c:v>62.79276009948506</c:v>
              </c:pt>
              <c:pt idx="41">
                <c:v>59.30534387128953</c:v>
              </c:pt>
              <c:pt idx="42">
                <c:v>61.036965058712106</c:v>
              </c:pt>
              <c:pt idx="43">
                <c:v>63.888492483546955</c:v>
              </c:pt>
              <c:pt idx="44">
                <c:v>68.52476415170271</c:v>
              </c:pt>
              <c:pt idx="45">
                <c:v>65.63326805093266</c:v>
              </c:pt>
              <c:pt idx="46">
                <c:v>61.91796488303397</c:v>
              </c:pt>
              <c:pt idx="47">
                <c:v>62.457579823257085</c:v>
              </c:pt>
              <c:pt idx="48">
                <c:v>62.80301450623936</c:v>
              </c:pt>
              <c:pt idx="49">
                <c:v>57.345359377217186</c:v>
              </c:pt>
              <c:pt idx="50">
                <c:v>61.57840941574531</c:v>
              </c:pt>
              <c:pt idx="51">
                <c:v>58.52156694143331</c:v>
              </c:pt>
              <c:pt idx="52">
                <c:v>75.6808695722573</c:v>
              </c:pt>
              <c:pt idx="53">
                <c:v>76.04604518576119</c:v>
              </c:pt>
              <c:pt idx="54">
                <c:v>75.42690965947465</c:v>
              </c:pt>
              <c:pt idx="55">
                <c:v>72.3251545980984</c:v>
              </c:pt>
              <c:pt idx="56">
                <c:v>74.5609893316268</c:v>
              </c:pt>
              <c:pt idx="57">
                <c:v>72.81885653193699</c:v>
              </c:pt>
              <c:pt idx="58">
                <c:v>75.99877959953106</c:v>
              </c:pt>
              <c:pt idx="59">
                <c:v>76.92001059422675</c:v>
              </c:pt>
              <c:pt idx="60">
                <c:v>76.56218910357211</c:v>
              </c:pt>
              <c:pt idx="61">
                <c:v>76.44195797050239</c:v>
              </c:pt>
              <c:pt idx="62">
                <c:v>76.84709409307702</c:v>
              </c:pt>
              <c:pt idx="63">
                <c:v>75.85844586773301</c:v>
              </c:pt>
              <c:pt idx="64">
                <c:v>77.58308118962282</c:v>
              </c:pt>
              <c:pt idx="65">
                <c:v>75.91358136488378</c:v>
              </c:pt>
              <c:pt idx="66">
                <c:v>76.23041067167647</c:v>
              </c:pt>
              <c:pt idx="67">
                <c:v>77.21842634508444</c:v>
              </c:pt>
              <c:pt idx="68">
                <c:v>71.30965013035949</c:v>
              </c:pt>
              <c:pt idx="69">
                <c:v>73.71720628746334</c:v>
              </c:pt>
              <c:pt idx="70">
                <c:v>70.77007909991752</c:v>
              </c:pt>
              <c:pt idx="71">
                <c:v>72.39774127377663</c:v>
              </c:pt>
              <c:pt idx="72">
                <c:v>76.17422070111176</c:v>
              </c:pt>
              <c:pt idx="73">
                <c:v>75.59952094986762</c:v>
              </c:pt>
              <c:pt idx="74">
                <c:v>75.24194907965455</c:v>
              </c:pt>
              <c:pt idx="75">
                <c:v>76.24041235690312</c:v>
              </c:pt>
              <c:pt idx="76">
                <c:v>78.60106535953358</c:v>
              </c:pt>
              <c:pt idx="77">
                <c:v>77.99606503873183</c:v>
              </c:pt>
              <c:pt idx="78">
                <c:v>79.7243440575954</c:v>
              </c:pt>
              <c:pt idx="79">
                <c:v>78.40249411117217</c:v>
              </c:pt>
              <c:pt idx="80">
                <c:v>78.65003727062248</c:v>
              </c:pt>
              <c:pt idx="81">
                <c:v>78.5736377031237</c:v>
              </c:pt>
              <c:pt idx="82">
                <c:v>76.08313286912602</c:v>
              </c:pt>
              <c:pt idx="83">
                <c:v>79.6017212302189</c:v>
              </c:pt>
              <c:pt idx="84">
                <c:v>74.6897878428987</c:v>
              </c:pt>
              <c:pt idx="85">
                <c:v>74.36633152725571</c:v>
              </c:pt>
              <c:pt idx="86">
                <c:v>71.85513846014071</c:v>
              </c:pt>
              <c:pt idx="87">
                <c:v>78.50056285165302</c:v>
              </c:pt>
              <c:pt idx="88">
                <c:v>78.5787245988564</c:v>
              </c:pt>
              <c:pt idx="89">
                <c:v>78.98298041243135</c:v>
              </c:pt>
              <c:pt idx="90">
                <c:v>79.18268467555278</c:v>
              </c:pt>
              <c:pt idx="91">
                <c:v>81.1734988275452</c:v>
              </c:pt>
              <c:pt idx="92">
                <c:v>78.53496527505467</c:v>
              </c:pt>
              <c:pt idx="93">
                <c:v>78.71032891204698</c:v>
              </c:pt>
              <c:pt idx="94">
                <c:v>81.81047063482099</c:v>
              </c:pt>
              <c:pt idx="95">
                <c:v>79.32401383432828</c:v>
              </c:pt>
              <c:pt idx="96">
                <c:v>72.30127206046015</c:v>
              </c:pt>
              <c:pt idx="97">
                <c:v>78.85817615390451</c:v>
              </c:pt>
              <c:pt idx="98">
                <c:v>75.9153057437711</c:v>
              </c:pt>
              <c:pt idx="99">
                <c:v>75.70182555124275</c:v>
              </c:pt>
              <c:pt idx="100">
                <c:v>80.43010865521332</c:v>
              </c:pt>
              <c:pt idx="101">
                <c:v>80.25241612018127</c:v>
              </c:pt>
              <c:pt idx="102">
                <c:v>83.6603350754437</c:v>
              </c:pt>
              <c:pt idx="103">
                <c:v>65.58859110637503</c:v>
              </c:pt>
              <c:pt idx="104">
                <c:v>76.368453441733</c:v>
              </c:pt>
              <c:pt idx="105">
                <c:v>74.91174125293719</c:v>
              </c:pt>
              <c:pt idx="106">
                <c:v>75.63109633491754</c:v>
              </c:pt>
              <c:pt idx="107">
                <c:v>70.03400355170838</c:v>
              </c:pt>
              <c:pt idx="108">
                <c:v>63.42750113233428</c:v>
              </c:pt>
              <c:pt idx="109">
                <c:v>63.37622831130914</c:v>
              </c:pt>
              <c:pt idx="110">
                <c:v>71.41650706316766</c:v>
              </c:pt>
              <c:pt idx="111">
                <c:v>73.98962017719849</c:v>
              </c:pt>
              <c:pt idx="112">
                <c:v>81.52210901326421</c:v>
              </c:pt>
              <c:pt idx="113">
                <c:v>75.74898778815823</c:v>
              </c:pt>
              <c:pt idx="114">
                <c:v>75.80482428287989</c:v>
              </c:pt>
              <c:pt idx="115">
                <c:v>75.8938676956695</c:v>
              </c:pt>
              <c:pt idx="116">
                <c:v>76.15915164769149</c:v>
              </c:pt>
              <c:pt idx="117">
                <c:v>75.63144879096937</c:v>
              </c:pt>
              <c:pt idx="118">
                <c:v>75.6634538693175</c:v>
              </c:pt>
              <c:pt idx="119">
                <c:v>75.69746469596909</c:v>
              </c:pt>
              <c:pt idx="120">
                <c:v>76.66712905239692</c:v>
              </c:pt>
              <c:pt idx="121">
                <c:v>73.74867282384615</c:v>
              </c:pt>
              <c:pt idx="122">
                <c:v>75.70834740962778</c:v>
              </c:pt>
              <c:pt idx="123">
                <c:v>74.71719118288192</c:v>
              </c:pt>
              <c:pt idx="124">
                <c:v>76.06329861404943</c:v>
              </c:pt>
              <c:pt idx="125">
                <c:v>76.07987935135205</c:v>
              </c:pt>
              <c:pt idx="126">
                <c:v>76.98629027656563</c:v>
              </c:pt>
              <c:pt idx="127">
                <c:v>75.72333120918472</c:v>
              </c:pt>
              <c:pt idx="128">
                <c:v>77.2545101161152</c:v>
              </c:pt>
              <c:pt idx="129">
                <c:v>73.75641845868313</c:v>
              </c:pt>
              <c:pt idx="130">
                <c:v>69.50976968061796</c:v>
              </c:pt>
              <c:pt idx="131">
                <c:v>68.02492264629622</c:v>
              </c:pt>
              <c:pt idx="132">
                <c:v>72.23117337146907</c:v>
              </c:pt>
              <c:pt idx="133">
                <c:v>70.14610687399448</c:v>
              </c:pt>
              <c:pt idx="134">
                <c:v>79.7627751667406</c:v>
              </c:pt>
              <c:pt idx="135">
                <c:v>61.701979835363154</c:v>
              </c:pt>
              <c:pt idx="136">
                <c:v>64.77744829712957</c:v>
              </c:pt>
              <c:pt idx="137">
                <c:v>65.02947488101421</c:v>
              </c:pt>
              <c:pt idx="138">
                <c:v>70.84597557956867</c:v>
              </c:pt>
              <c:pt idx="139">
                <c:v>72.32470073247899</c:v>
              </c:pt>
              <c:pt idx="140">
                <c:v>71.90351896140484</c:v>
              </c:pt>
              <c:pt idx="141">
                <c:v>72.10071174619334</c:v>
              </c:pt>
              <c:pt idx="142">
                <c:v>71.96521608924539</c:v>
              </c:pt>
              <c:pt idx="143">
                <c:v>74.29943834842966</c:v>
              </c:pt>
              <c:pt idx="144">
                <c:v>77.6773784163716</c:v>
              </c:pt>
              <c:pt idx="145">
                <c:v>78.18862777603182</c:v>
              </c:pt>
              <c:pt idx="146">
                <c:v>77.54773382587148</c:v>
              </c:pt>
              <c:pt idx="147">
                <c:v>74.57954748179566</c:v>
              </c:pt>
              <c:pt idx="148">
                <c:v>75.53773010224725</c:v>
              </c:pt>
              <c:pt idx="149">
                <c:v>73.34773276160544</c:v>
              </c:pt>
              <c:pt idx="150">
                <c:v>75.66217108640947</c:v>
              </c:pt>
              <c:pt idx="151">
                <c:v>73.81394651698466</c:v>
              </c:pt>
              <c:pt idx="152">
                <c:v>73.1709440682097</c:v>
              </c:pt>
              <c:pt idx="153">
                <c:v>75.43530979312604</c:v>
              </c:pt>
              <c:pt idx="154">
                <c:v>74.95600409808365</c:v>
              </c:pt>
              <c:pt idx="155">
                <c:v>64.4860215959441</c:v>
              </c:pt>
              <c:pt idx="156">
                <c:v>64.12468498686721</c:v>
              </c:pt>
              <c:pt idx="157">
                <c:v>70.00503142037604</c:v>
              </c:pt>
              <c:pt idx="158">
                <c:v>65.07626047491033</c:v>
              </c:pt>
              <c:pt idx="159">
                <c:v>70.22461432461556</c:v>
              </c:pt>
              <c:pt idx="160">
                <c:v>64.58004823968189</c:v>
              </c:pt>
              <c:pt idx="161">
                <c:v>65.51402960523994</c:v>
              </c:pt>
              <c:pt idx="162">
                <c:v>64.69595450466217</c:v>
              </c:pt>
            </c:numLit>
          </c:yVal>
        </c:ser>
        <c:ser>
          <c:idx val="1"/>
          <c:order val="1"/>
          <c:tx>
            <c:v>일치선</c:v>
          </c:tx>
          <c:spPr>
            <a:ln xmlns:a="http://schemas.openxmlformats.org/drawingml/2006/main" w="19050">
              <a:solidFill>
                <a:srgbClr val="657386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2"/>
              <c:pt idx="0">
                <c:v>54.5025</c:v>
              </c:pt>
              <c:pt idx="1">
                <c:v>86.71605</c:v>
              </c:pt>
            </c:numLit>
          </c:xVal>
          <c:yVal>
            <c:numLit>
              <c:formatCode>General</c:formatCode>
              <c:ptCount val="2"/>
              <c:pt idx="0">
                <c:v>54.5025</c:v>
              </c:pt>
              <c:pt idx="1">
                <c:v>86.71605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예측 MRR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5738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DE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실제 MRR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57386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EE7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예측</c:v>
          </c:tx>
          <c:spPr>
            <a:solidFill xmlns:a="http://schemas.openxmlformats.org/drawingml/2006/main">
              <a:srgbClr val="F26B4E"/>
            </a:solidFill>
          </c:spPr>
          <c:marker>
            <c:symbol val="circle"/>
            <c:size val="4"/>
          </c:marker>
          <c:xVal>
            <c:numLit>
              <c:formatCode>General</c:formatCode>
              <c:ptCount val="186"/>
              <c:pt idx="0">
                <c:v>66.9813</c:v>
              </c:pt>
              <c:pt idx="1">
                <c:v>60.8757</c:v>
              </c:pt>
              <c:pt idx="2">
                <c:v>78.17175</c:v>
              </c:pt>
              <c:pt idx="3">
                <c:v>80.88135</c:v>
              </c:pt>
              <c:pt idx="4">
                <c:v>80.7204</c:v>
              </c:pt>
              <c:pt idx="5">
                <c:v>97.10985</c:v>
              </c:pt>
              <c:pt idx="6">
                <c:v>82.56405</c:v>
              </c:pt>
              <c:pt idx="7">
                <c:v>85.19805</c:v>
              </c:pt>
              <c:pt idx="8">
                <c:v>79.5159</c:v>
              </c:pt>
              <c:pt idx="9">
                <c:v>81.22455</c:v>
              </c:pt>
              <c:pt idx="10">
                <c:v>82.10085</c:v>
              </c:pt>
              <c:pt idx="11">
                <c:v>85.95015</c:v>
              </c:pt>
              <c:pt idx="12">
                <c:v>96.4422</c:v>
              </c:pt>
              <c:pt idx="13">
                <c:v>80.00535</c:v>
              </c:pt>
              <c:pt idx="14">
                <c:v>96.4671</c:v>
              </c:pt>
              <c:pt idx="15">
                <c:v>79.7391</c:v>
              </c:pt>
              <c:pt idx="16">
                <c:v>71.6763</c:v>
              </c:pt>
              <c:pt idx="17">
                <c:v>61.11615</c:v>
              </c:pt>
              <c:pt idx="18">
                <c:v>70.51575</c:v>
              </c:pt>
              <c:pt idx="19">
                <c:v>73.66365</c:v>
              </c:pt>
              <c:pt idx="20">
                <c:v>85.05525</c:v>
              </c:pt>
              <c:pt idx="21">
                <c:v>71.688</c:v>
              </c:pt>
              <c:pt idx="22">
                <c:v>73.9146</c:v>
              </c:pt>
              <c:pt idx="23">
                <c:v>76.35855</c:v>
              </c:pt>
              <c:pt idx="24">
                <c:v>74.8848</c:v>
              </c:pt>
              <c:pt idx="25">
                <c:v>59.187</c:v>
              </c:pt>
              <c:pt idx="26">
                <c:v>76.0851</c:v>
              </c:pt>
              <c:pt idx="27">
                <c:v>90.48555</c:v>
              </c:pt>
              <c:pt idx="28">
                <c:v>75.1965</c:v>
              </c:pt>
              <c:pt idx="29">
                <c:v>77.2197</c:v>
              </c:pt>
              <c:pt idx="30">
                <c:v>68.21805</c:v>
              </c:pt>
              <c:pt idx="31">
                <c:v>60.4206</c:v>
              </c:pt>
              <c:pt idx="32">
                <c:v>66.3294</c:v>
              </c:pt>
              <c:pt idx="33">
                <c:v>81.3882</c:v>
              </c:pt>
              <c:pt idx="34">
                <c:v>82.80315</c:v>
              </c:pt>
              <c:pt idx="35">
                <c:v>78.0837</c:v>
              </c:pt>
              <c:pt idx="36">
                <c:v>86.9994</c:v>
              </c:pt>
              <c:pt idx="37">
                <c:v>84.7029</c:v>
              </c:pt>
              <c:pt idx="38">
                <c:v>83.97105</c:v>
              </c:pt>
              <c:pt idx="39">
                <c:v>74.5941</c:v>
              </c:pt>
              <c:pt idx="40">
                <c:v>82.5702</c:v>
              </c:pt>
              <c:pt idx="41">
                <c:v>78.12615</c:v>
              </c:pt>
              <c:pt idx="42">
                <c:v>82.17195</c:v>
              </c:pt>
              <c:pt idx="43">
                <c:v>82.12725</c:v>
              </c:pt>
              <c:pt idx="44">
                <c:v>66.98055</c:v>
              </c:pt>
              <c:pt idx="45">
                <c:v>80.7609</c:v>
              </c:pt>
              <c:pt idx="46">
                <c:v>64.3881</c:v>
              </c:pt>
              <c:pt idx="47">
                <c:v>77.02125</c:v>
              </c:pt>
              <c:pt idx="48">
                <c:v>77.61375</c:v>
              </c:pt>
              <c:pt idx="49">
                <c:v>73.05195</c:v>
              </c:pt>
              <c:pt idx="50">
                <c:v>64.61025</c:v>
              </c:pt>
              <c:pt idx="51">
                <c:v>67.5666</c:v>
              </c:pt>
              <c:pt idx="52">
                <c:v>69.1731</c:v>
              </c:pt>
              <c:pt idx="53">
                <c:v>86.9655</c:v>
              </c:pt>
              <c:pt idx="54">
                <c:v>86.4969</c:v>
              </c:pt>
              <c:pt idx="55">
                <c:v>88.4391</c:v>
              </c:pt>
              <c:pt idx="56">
                <c:v>82.97955</c:v>
              </c:pt>
              <c:pt idx="57">
                <c:v>91.689</c:v>
              </c:pt>
              <c:pt idx="58">
                <c:v>92.0094</c:v>
              </c:pt>
              <c:pt idx="59">
                <c:v>96.4083</c:v>
              </c:pt>
              <c:pt idx="60">
                <c:v>88.13235</c:v>
              </c:pt>
              <c:pt idx="61">
                <c:v>87.70935</c:v>
              </c:pt>
              <c:pt idx="62">
                <c:v>91.7232</c:v>
              </c:pt>
              <c:pt idx="63">
                <c:v>93.5145</c:v>
              </c:pt>
              <c:pt idx="64">
                <c:v>88.55475</c:v>
              </c:pt>
              <c:pt idx="65">
                <c:v>83.55585</c:v>
              </c:pt>
              <c:pt idx="66">
                <c:v>83.96025</c:v>
              </c:pt>
              <c:pt idx="67">
                <c:v>79.36485</c:v>
              </c:pt>
              <c:pt idx="68">
                <c:v>88.812</c:v>
              </c:pt>
              <c:pt idx="69">
                <c:v>83.57325</c:v>
              </c:pt>
              <c:pt idx="70">
                <c:v>82.02555</c:v>
              </c:pt>
              <c:pt idx="71">
                <c:v>72.94125</c:v>
              </c:pt>
              <c:pt idx="72">
                <c:v>89.82105</c:v>
              </c:pt>
              <c:pt idx="73">
                <c:v>81.40515</c:v>
              </c:pt>
              <c:pt idx="74">
                <c:v>86.69175</c:v>
              </c:pt>
              <c:pt idx="75">
                <c:v>89.3139</c:v>
              </c:pt>
              <c:pt idx="76">
                <c:v>90.3225</c:v>
              </c:pt>
              <c:pt idx="77">
                <c:v>90.8433</c:v>
              </c:pt>
              <c:pt idx="78">
                <c:v>91.698</c:v>
              </c:pt>
              <c:pt idx="79">
                <c:v>84.8553</c:v>
              </c:pt>
              <c:pt idx="80">
                <c:v>85.13895</c:v>
              </c:pt>
              <c:pt idx="81">
                <c:v>86.33415</c:v>
              </c:pt>
              <c:pt idx="82">
                <c:v>86.0562</c:v>
              </c:pt>
              <c:pt idx="83">
                <c:v>82.0398</c:v>
              </c:pt>
              <c:pt idx="84">
                <c:v>81.8343</c:v>
              </c:pt>
              <c:pt idx="85">
                <c:v>91.36905</c:v>
              </c:pt>
              <c:pt idx="86">
                <c:v>81.61995</c:v>
              </c:pt>
              <c:pt idx="87">
                <c:v>85.24035</c:v>
              </c:pt>
              <c:pt idx="88">
                <c:v>78.44355</c:v>
              </c:pt>
              <c:pt idx="89">
                <c:v>81.6861</c:v>
              </c:pt>
              <c:pt idx="90">
                <c:v>84.75945</c:v>
              </c:pt>
              <c:pt idx="91">
                <c:v>76.5372</c:v>
              </c:pt>
              <c:pt idx="92">
                <c:v>96.8778</c:v>
              </c:pt>
              <c:pt idx="93">
                <c:v>84.42495</c:v>
              </c:pt>
              <c:pt idx="94">
                <c:v>98.7765</c:v>
              </c:pt>
              <c:pt idx="95">
                <c:v>90.27105</c:v>
              </c:pt>
              <c:pt idx="96">
                <c:v>91.23795</c:v>
              </c:pt>
              <c:pt idx="97">
                <c:v>85.6125</c:v>
              </c:pt>
              <c:pt idx="98">
                <c:v>90.20955</c:v>
              </c:pt>
              <c:pt idx="99">
                <c:v>91.1748</c:v>
              </c:pt>
              <c:pt idx="100">
                <c:v>80.4126</c:v>
              </c:pt>
              <c:pt idx="101">
                <c:v>76.9257</c:v>
              </c:pt>
              <c:pt idx="102">
                <c:v>94.29615</c:v>
              </c:pt>
              <c:pt idx="103">
                <c:v>91.57695</c:v>
              </c:pt>
              <c:pt idx="104">
                <c:v>92.6586</c:v>
              </c:pt>
              <c:pt idx="105">
                <c:v>86.9118</c:v>
              </c:pt>
              <c:pt idx="106">
                <c:v>94.77825</c:v>
              </c:pt>
              <c:pt idx="107">
                <c:v>61.31565</c:v>
              </c:pt>
              <c:pt idx="108">
                <c:v>62.0868</c:v>
              </c:pt>
              <c:pt idx="109">
                <c:v>88.266</c:v>
              </c:pt>
              <c:pt idx="110">
                <c:v>74.72235</c:v>
              </c:pt>
              <c:pt idx="111">
                <c:v>88.85685</c:v>
              </c:pt>
              <c:pt idx="112">
                <c:v>86.86815</c:v>
              </c:pt>
              <c:pt idx="113">
                <c:v>87.53055</c:v>
              </c:pt>
              <c:pt idx="114">
                <c:v>84.9675</c:v>
              </c:pt>
              <c:pt idx="115">
                <c:v>87.6483</c:v>
              </c:pt>
              <c:pt idx="116">
                <c:v>86.26485</c:v>
              </c:pt>
              <c:pt idx="117">
                <c:v>85.58115</c:v>
              </c:pt>
              <c:pt idx="118">
                <c:v>85.9596</c:v>
              </c:pt>
              <c:pt idx="119">
                <c:v>89.16075</c:v>
              </c:pt>
              <c:pt idx="120">
                <c:v>92.4</c:v>
              </c:pt>
              <c:pt idx="121">
                <c:v>70.21125</c:v>
              </c:pt>
              <c:pt idx="122">
                <c:v>74.91435</c:v>
              </c:pt>
              <c:pt idx="123">
                <c:v>73.8906</c:v>
              </c:pt>
              <c:pt idx="124">
                <c:v>71.0427</c:v>
              </c:pt>
              <c:pt idx="125">
                <c:v>73.14345</c:v>
              </c:pt>
              <c:pt idx="126">
                <c:v>80.48385</c:v>
              </c:pt>
              <c:pt idx="127">
                <c:v>79.3782</c:v>
              </c:pt>
              <c:pt idx="128">
                <c:v>69.60735</c:v>
              </c:pt>
              <c:pt idx="129">
                <c:v>68.7249</c:v>
              </c:pt>
              <c:pt idx="130">
                <c:v>86.4057</c:v>
              </c:pt>
              <c:pt idx="131">
                <c:v>77.02305</c:v>
              </c:pt>
              <c:pt idx="132">
                <c:v>81.77385</c:v>
              </c:pt>
              <c:pt idx="133">
                <c:v>73.0443</c:v>
              </c:pt>
              <c:pt idx="134">
                <c:v>91.20345</c:v>
              </c:pt>
              <c:pt idx="135">
                <c:v>88.21875</c:v>
              </c:pt>
              <c:pt idx="136">
                <c:v>89.77545</c:v>
              </c:pt>
              <c:pt idx="137">
                <c:v>83.11035</c:v>
              </c:pt>
              <c:pt idx="138">
                <c:v>71.10315</c:v>
              </c:pt>
              <c:pt idx="139">
                <c:v>87.86175</c:v>
              </c:pt>
              <c:pt idx="140">
                <c:v>84.5685</c:v>
              </c:pt>
              <c:pt idx="141">
                <c:v>74.1711</c:v>
              </c:pt>
              <c:pt idx="142">
                <c:v>77.6457</c:v>
              </c:pt>
              <c:pt idx="143">
                <c:v>77.52</c:v>
              </c:pt>
              <c:pt idx="144">
                <c:v>91.28685</c:v>
              </c:pt>
              <c:pt idx="145">
                <c:v>88.9572</c:v>
              </c:pt>
              <c:pt idx="146">
                <c:v>87.4695</c:v>
              </c:pt>
              <c:pt idx="147">
                <c:v>77.71845</c:v>
              </c:pt>
              <c:pt idx="148">
                <c:v>91.0692</c:v>
              </c:pt>
              <c:pt idx="149">
                <c:v>89.0658</c:v>
              </c:pt>
              <c:pt idx="150">
                <c:v>78.9042</c:v>
              </c:pt>
              <c:pt idx="151">
                <c:v>88.0242</c:v>
              </c:pt>
              <c:pt idx="152">
                <c:v>83.88165</c:v>
              </c:pt>
              <c:pt idx="153">
                <c:v>81.59085</c:v>
              </c:pt>
              <c:pt idx="154">
                <c:v>93.62805</c:v>
              </c:pt>
              <c:pt idx="155">
                <c:v>93.8781</c:v>
              </c:pt>
              <c:pt idx="156">
                <c:v>78.18585</c:v>
              </c:pt>
              <c:pt idx="157">
                <c:v>91.17465</c:v>
              </c:pt>
              <c:pt idx="158">
                <c:v>74.2167</c:v>
              </c:pt>
              <c:pt idx="159">
                <c:v>82.63575</c:v>
              </c:pt>
              <c:pt idx="160">
                <c:v>81.5127</c:v>
              </c:pt>
              <c:pt idx="161">
                <c:v>74.05905</c:v>
              </c:pt>
              <c:pt idx="162">
                <c:v>80.6589</c:v>
              </c:pt>
              <c:pt idx="163">
                <c:v>78.32715</c:v>
              </c:pt>
              <c:pt idx="164">
                <c:v>78.51075</c:v>
              </c:pt>
              <c:pt idx="165">
                <c:v>81.5442</c:v>
              </c:pt>
              <c:pt idx="166">
                <c:v>58.36215</c:v>
              </c:pt>
              <c:pt idx="167">
                <c:v>80.18685</c:v>
              </c:pt>
              <c:pt idx="168">
                <c:v>74.0982</c:v>
              </c:pt>
              <c:pt idx="169">
                <c:v>74.1471</c:v>
              </c:pt>
              <c:pt idx="170">
                <c:v>77.2521</c:v>
              </c:pt>
              <c:pt idx="171">
                <c:v>76.0725</c:v>
              </c:pt>
              <c:pt idx="172">
                <c:v>85.3443</c:v>
              </c:pt>
              <c:pt idx="173">
                <c:v>79.23645</c:v>
              </c:pt>
              <c:pt idx="174">
                <c:v>77.1015</c:v>
              </c:pt>
              <c:pt idx="175">
                <c:v>75.4416</c:v>
              </c:pt>
              <c:pt idx="176">
                <c:v>76.7991</c:v>
              </c:pt>
              <c:pt idx="177">
                <c:v>82.72395</c:v>
              </c:pt>
              <c:pt idx="178">
                <c:v>84.91665</c:v>
              </c:pt>
              <c:pt idx="179">
                <c:v>75.68505</c:v>
              </c:pt>
              <c:pt idx="180">
                <c:v>74.14635</c:v>
              </c:pt>
              <c:pt idx="181">
                <c:v>75.3444</c:v>
              </c:pt>
              <c:pt idx="182">
                <c:v>73.75095</c:v>
              </c:pt>
              <c:pt idx="183">
                <c:v>60.74265</c:v>
              </c:pt>
              <c:pt idx="184">
                <c:v>70.36635</c:v>
              </c:pt>
              <c:pt idx="185">
                <c:v>73.46535</c:v>
              </c:pt>
            </c:numLit>
          </c:xVal>
          <c:yVal>
            <c:numLit>
              <c:formatCode>General</c:formatCode>
              <c:ptCount val="186"/>
              <c:pt idx="0">
                <c:v>67.66341400146484</c:v>
              </c:pt>
              <c:pt idx="1">
                <c:v>70.0302505493164</c:v>
              </c:pt>
              <c:pt idx="2">
                <c:v>75.34086608886719</c:v>
              </c:pt>
              <c:pt idx="3">
                <c:v>79.87631225585938</c:v>
              </c:pt>
              <c:pt idx="4">
                <c:v>79.97396850585938</c:v>
              </c:pt>
              <c:pt idx="5">
                <c:v>88.35992431640625</c:v>
              </c:pt>
              <c:pt idx="6">
                <c:v>81.8565673828125</c:v>
              </c:pt>
              <c:pt idx="7">
                <c:v>81.28662872314453</c:v>
              </c:pt>
              <c:pt idx="8">
                <c:v>79.00653076171875</c:v>
              </c:pt>
              <c:pt idx="9">
                <c:v>83.21566772460938</c:v>
              </c:pt>
              <c:pt idx="10">
                <c:v>80.93534851074219</c:v>
              </c:pt>
              <c:pt idx="11">
                <c:v>86.80485534667969</c:v>
              </c:pt>
              <c:pt idx="12">
                <c:v>91.63887023925781</c:v>
              </c:pt>
              <c:pt idx="13">
                <c:v>87.75082397460938</c:v>
              </c:pt>
              <c:pt idx="14">
                <c:v>94.41084289550781</c:v>
              </c:pt>
              <c:pt idx="15">
                <c:v>82.00570678710938</c:v>
              </c:pt>
              <c:pt idx="16">
                <c:v>70.67967224121094</c:v>
              </c:pt>
              <c:pt idx="17">
                <c:v>67.15150451660156</c:v>
              </c:pt>
              <c:pt idx="18">
                <c:v>76.63914489746094</c:v>
              </c:pt>
              <c:pt idx="19">
                <c:v>77.0337142944336</c:v>
              </c:pt>
              <c:pt idx="20">
                <c:v>79.75120544433594</c:v>
              </c:pt>
              <c:pt idx="21">
                <c:v>76.75501251220703</c:v>
              </c:pt>
              <c:pt idx="22">
                <c:v>73.40064239501953</c:v>
              </c:pt>
              <c:pt idx="23">
                <c:v>73.87999725341797</c:v>
              </c:pt>
              <c:pt idx="24">
                <c:v>76.73851013183594</c:v>
              </c:pt>
              <c:pt idx="25">
                <c:v>60.608211517333984</c:v>
              </c:pt>
              <c:pt idx="26">
                <c:v>79.2298812866211</c:v>
              </c:pt>
              <c:pt idx="27">
                <c:v>89.43478393554688</c:v>
              </c:pt>
              <c:pt idx="28">
                <c:v>71.0679931640625</c:v>
              </c:pt>
              <c:pt idx="29">
                <c:v>76.09446716308594</c:v>
              </c:pt>
              <c:pt idx="30">
                <c:v>67.94376373291016</c:v>
              </c:pt>
              <c:pt idx="31">
                <c:v>62.83650588989258</c:v>
              </c:pt>
              <c:pt idx="32">
                <c:v>67.11222076416016</c:v>
              </c:pt>
              <c:pt idx="33">
                <c:v>79.88694763183594</c:v>
              </c:pt>
              <c:pt idx="34">
                <c:v>82.35889434814453</c:v>
              </c:pt>
              <c:pt idx="35">
                <c:v>77.78689575195312</c:v>
              </c:pt>
              <c:pt idx="36">
                <c:v>85.47544860839844</c:v>
              </c:pt>
              <c:pt idx="37">
                <c:v>89.54971313476562</c:v>
              </c:pt>
              <c:pt idx="38">
                <c:v>82.63946533203125</c:v>
              </c:pt>
              <c:pt idx="39">
                <c:v>77.50586700439453</c:v>
              </c:pt>
              <c:pt idx="40">
                <c:v>89.06230926513672</c:v>
              </c:pt>
              <c:pt idx="41">
                <c:v>83.53350830078125</c:v>
              </c:pt>
              <c:pt idx="42">
                <c:v>82.9288330078125</c:v>
              </c:pt>
              <c:pt idx="43">
                <c:v>81.60408020019531</c:v>
              </c:pt>
              <c:pt idx="44">
                <c:v>63.56609344482422</c:v>
              </c:pt>
              <c:pt idx="45">
                <c:v>80.7686996459961</c:v>
              </c:pt>
              <c:pt idx="46">
                <c:v>73.18375396728516</c:v>
              </c:pt>
              <c:pt idx="47">
                <c:v>75.17566680908203</c:v>
              </c:pt>
              <c:pt idx="48">
                <c:v>75.27275848388672</c:v>
              </c:pt>
              <c:pt idx="49">
                <c:v>73.14015197753906</c:v>
              </c:pt>
              <c:pt idx="50">
                <c:v>67.2912368774414</c:v>
              </c:pt>
              <c:pt idx="51">
                <c:v>64.45361328125</c:v>
              </c:pt>
              <c:pt idx="52">
                <c:v>65.2691879272461</c:v>
              </c:pt>
              <c:pt idx="53">
                <c:v>88.59265899658203</c:v>
              </c:pt>
              <c:pt idx="54">
                <c:v>89.81110382080078</c:v>
              </c:pt>
              <c:pt idx="55">
                <c:v>87.12964630126953</c:v>
              </c:pt>
              <c:pt idx="56">
                <c:v>84.86954498291016</c:v>
              </c:pt>
              <c:pt idx="57">
                <c:v>88.92406463623047</c:v>
              </c:pt>
              <c:pt idx="58">
                <c:v>87.4871597290039</c:v>
              </c:pt>
              <c:pt idx="59">
                <c:v>92.93392181396484</c:v>
              </c:pt>
              <c:pt idx="60">
                <c:v>89.6013412475586</c:v>
              </c:pt>
              <c:pt idx="61">
                <c:v>85.95849609375</c:v>
              </c:pt>
              <c:pt idx="62">
                <c:v>90.63424682617188</c:v>
              </c:pt>
              <c:pt idx="63">
                <c:v>91.4701156616211</c:v>
              </c:pt>
              <c:pt idx="64">
                <c:v>87.5987548828125</c:v>
              </c:pt>
              <c:pt idx="65">
                <c:v>85.50228118896484</c:v>
              </c:pt>
              <c:pt idx="66">
                <c:v>83.84190368652344</c:v>
              </c:pt>
              <c:pt idx="67">
                <c:v>84.53897857666016</c:v>
              </c:pt>
              <c:pt idx="68">
                <c:v>86.85391235351562</c:v>
              </c:pt>
              <c:pt idx="69">
                <c:v>85.6250228881836</c:v>
              </c:pt>
              <c:pt idx="70">
                <c:v>80.09516906738281</c:v>
              </c:pt>
              <c:pt idx="71">
                <c:v>83.89672088623047</c:v>
              </c:pt>
              <c:pt idx="72">
                <c:v>89.66326141357422</c:v>
              </c:pt>
              <c:pt idx="73">
                <c:v>85.3603515625</c:v>
              </c:pt>
              <c:pt idx="74">
                <c:v>86.16459655761719</c:v>
              </c:pt>
              <c:pt idx="75">
                <c:v>89.65717315673828</c:v>
              </c:pt>
              <c:pt idx="76">
                <c:v>88.48999786376953</c:v>
              </c:pt>
              <c:pt idx="77">
                <c:v>95.20281219482422</c:v>
              </c:pt>
              <c:pt idx="78">
                <c:v>91.3082504272461</c:v>
              </c:pt>
              <c:pt idx="79">
                <c:v>84.60246276855469</c:v>
              </c:pt>
              <c:pt idx="80">
                <c:v>86.09368133544922</c:v>
              </c:pt>
              <c:pt idx="81">
                <c:v>86.34233093261719</c:v>
              </c:pt>
              <c:pt idx="82">
                <c:v>87.6474609375</c:v>
              </c:pt>
              <c:pt idx="83">
                <c:v>78.61714172363281</c:v>
              </c:pt>
              <c:pt idx="84">
                <c:v>80.40489196777344</c:v>
              </c:pt>
              <c:pt idx="85">
                <c:v>89.12031555175781</c:v>
              </c:pt>
              <c:pt idx="86">
                <c:v>84.28866577148438</c:v>
              </c:pt>
              <c:pt idx="87">
                <c:v>85.45651245117188</c:v>
              </c:pt>
              <c:pt idx="88">
                <c:v>83.6346664428711</c:v>
              </c:pt>
              <c:pt idx="89">
                <c:v>83.25761413574219</c:v>
              </c:pt>
              <c:pt idx="90">
                <c:v>84.6468734741211</c:v>
              </c:pt>
              <c:pt idx="91">
                <c:v>82.05423736572266</c:v>
              </c:pt>
              <c:pt idx="92">
                <c:v>90.40243530273438</c:v>
              </c:pt>
              <c:pt idx="93">
                <c:v>84.13995361328125</c:v>
              </c:pt>
              <c:pt idx="94">
                <c:v>90.15302276611328</c:v>
              </c:pt>
              <c:pt idx="95">
                <c:v>90.08706665039062</c:v>
              </c:pt>
              <c:pt idx="96">
                <c:v>91.75584411621094</c:v>
              </c:pt>
              <c:pt idx="97">
                <c:v>87.77134704589844</c:v>
              </c:pt>
              <c:pt idx="98">
                <c:v>90.02311706542969</c:v>
              </c:pt>
              <c:pt idx="99">
                <c:v>88.94661712646484</c:v>
              </c:pt>
              <c:pt idx="100">
                <c:v>82.76387786865234</c:v>
              </c:pt>
              <c:pt idx="101">
                <c:v>81.963623046875</c:v>
              </c:pt>
              <c:pt idx="102">
                <c:v>90.11210632324219</c:v>
              </c:pt>
              <c:pt idx="103">
                <c:v>88.85757446289062</c:v>
              </c:pt>
              <c:pt idx="104">
                <c:v>94.798828125</c:v>
              </c:pt>
              <c:pt idx="105">
                <c:v>88.64192962646484</c:v>
              </c:pt>
              <c:pt idx="106">
                <c:v>89.9278793334961</c:v>
              </c:pt>
              <c:pt idx="107">
                <c:v>61.428977966308594</c:v>
              </c:pt>
              <c:pt idx="108">
                <c:v>69.01329040527344</c:v>
              </c:pt>
              <c:pt idx="109">
                <c:v>87.02649688720703</c:v>
              </c:pt>
              <c:pt idx="110">
                <c:v>75.4319076538086</c:v>
              </c:pt>
              <c:pt idx="111">
                <c:v>88.90743255615234</c:v>
              </c:pt>
              <c:pt idx="112">
                <c:v>88.63090515136719</c:v>
              </c:pt>
              <c:pt idx="113">
                <c:v>89.9946060180664</c:v>
              </c:pt>
              <c:pt idx="114">
                <c:v>85.75687408447266</c:v>
              </c:pt>
              <c:pt idx="115">
                <c:v>88.4013671875</c:v>
              </c:pt>
              <c:pt idx="116">
                <c:v>86.60948181152344</c:v>
              </c:pt>
              <c:pt idx="117">
                <c:v>85.54218292236328</c:v>
              </c:pt>
              <c:pt idx="118">
                <c:v>84.91995239257812</c:v>
              </c:pt>
              <c:pt idx="119">
                <c:v>86.07876586914062</c:v>
              </c:pt>
              <c:pt idx="120">
                <c:v>87.34207916259766</c:v>
              </c:pt>
              <c:pt idx="121">
                <c:v>70.72520446777344</c:v>
              </c:pt>
              <c:pt idx="122">
                <c:v>74.0871810913086</c:v>
              </c:pt>
              <c:pt idx="123">
                <c:v>75.12680053710938</c:v>
              </c:pt>
              <c:pt idx="124">
                <c:v>74.42086791992188</c:v>
              </c:pt>
              <c:pt idx="125">
                <c:v>74.34468078613281</c:v>
              </c:pt>
              <c:pt idx="126">
                <c:v>80.73957824707031</c:v>
              </c:pt>
              <c:pt idx="127">
                <c:v>77.34759521484375</c:v>
              </c:pt>
              <c:pt idx="128">
                <c:v>79.83509063720703</c:v>
              </c:pt>
              <c:pt idx="129">
                <c:v>69.97624969482422</c:v>
              </c:pt>
              <c:pt idx="130">
                <c:v>85.16666412353516</c:v>
              </c:pt>
              <c:pt idx="131">
                <c:v>73.44013977050781</c:v>
              </c:pt>
              <c:pt idx="132">
                <c:v>77.78275299072266</c:v>
              </c:pt>
              <c:pt idx="133">
                <c:v>80.79537200927734</c:v>
              </c:pt>
              <c:pt idx="134">
                <c:v>85.0833511352539</c:v>
              </c:pt>
              <c:pt idx="135">
                <c:v>86.89952087402344</c:v>
              </c:pt>
              <c:pt idx="136">
                <c:v>89.92906951904297</c:v>
              </c:pt>
              <c:pt idx="137">
                <c:v>84.07574462890625</c:v>
              </c:pt>
              <c:pt idx="138">
                <c:v>75.70609283447266</c:v>
              </c:pt>
              <c:pt idx="139">
                <c:v>86.88350677490234</c:v>
              </c:pt>
              <c:pt idx="140">
                <c:v>85.40921020507812</c:v>
              </c:pt>
              <c:pt idx="141">
                <c:v>79.8215560913086</c:v>
              </c:pt>
              <c:pt idx="142">
                <c:v>79.24517822265625</c:v>
              </c:pt>
              <c:pt idx="143">
                <c:v>77.6663589477539</c:v>
              </c:pt>
              <c:pt idx="144">
                <c:v>87.28079986572266</c:v>
              </c:pt>
              <c:pt idx="145">
                <c:v>87.79003143310547</c:v>
              </c:pt>
              <c:pt idx="146">
                <c:v>87.74143981933594</c:v>
              </c:pt>
              <c:pt idx="147">
                <c:v>81.07301330566406</c:v>
              </c:pt>
              <c:pt idx="148">
                <c:v>86.54753875732422</c:v>
              </c:pt>
              <c:pt idx="149">
                <c:v>85.78579711914062</c:v>
              </c:pt>
              <c:pt idx="150">
                <c:v>87.19804382324219</c:v>
              </c:pt>
              <c:pt idx="151">
                <c:v>85.50904083251953</c:v>
              </c:pt>
              <c:pt idx="152">
                <c:v>84.69537353515625</c:v>
              </c:pt>
              <c:pt idx="153">
                <c:v>82.02521514892578</c:v>
              </c:pt>
              <c:pt idx="154">
                <c:v>85.12301635742188</c:v>
              </c:pt>
              <c:pt idx="155">
                <c:v>80.63156127929688</c:v>
              </c:pt>
              <c:pt idx="156">
                <c:v>82.42144775390625</c:v>
              </c:pt>
              <c:pt idx="157">
                <c:v>82.40657043457031</c:v>
              </c:pt>
              <c:pt idx="158">
                <c:v>78.9539566040039</c:v>
              </c:pt>
              <c:pt idx="159">
                <c:v>81.21083068847656</c:v>
              </c:pt>
              <c:pt idx="160">
                <c:v>78.28868865966797</c:v>
              </c:pt>
              <c:pt idx="161">
                <c:v>75.63587951660156</c:v>
              </c:pt>
              <c:pt idx="162">
                <c:v>79.03022003173828</c:v>
              </c:pt>
              <c:pt idx="163">
                <c:v>78.96746826171875</c:v>
              </c:pt>
              <c:pt idx="164">
                <c:v>77.66754150390625</c:v>
              </c:pt>
              <c:pt idx="165">
                <c:v>80.92239379882812</c:v>
              </c:pt>
              <c:pt idx="166">
                <c:v>61.428192138671875</c:v>
              </c:pt>
              <c:pt idx="167">
                <c:v>79.2363510131836</c:v>
              </c:pt>
              <c:pt idx="168">
                <c:v>80.10031127929688</c:v>
              </c:pt>
              <c:pt idx="169">
                <c:v>77.47725677490234</c:v>
              </c:pt>
              <c:pt idx="170">
                <c:v>79.87271118164062</c:v>
              </c:pt>
              <c:pt idx="171">
                <c:v>75.40064239501953</c:v>
              </c:pt>
              <c:pt idx="172">
                <c:v>85.39832305908203</c:v>
              </c:pt>
              <c:pt idx="173">
                <c:v>82.26805877685547</c:v>
              </c:pt>
              <c:pt idx="174">
                <c:v>75.94070434570312</c:v>
              </c:pt>
              <c:pt idx="175">
                <c:v>74.0081558227539</c:v>
              </c:pt>
              <c:pt idx="176">
                <c:v>77.9667739868164</c:v>
              </c:pt>
              <c:pt idx="177">
                <c:v>85.65696716308594</c:v>
              </c:pt>
              <c:pt idx="178">
                <c:v>82.63436889648438</c:v>
              </c:pt>
              <c:pt idx="179">
                <c:v>74.97482299804688</c:v>
              </c:pt>
              <c:pt idx="180">
                <c:v>74.42658996582031</c:v>
              </c:pt>
              <c:pt idx="181">
                <c:v>77.63727569580078</c:v>
              </c:pt>
              <c:pt idx="182">
                <c:v>70.47111511230469</c:v>
              </c:pt>
              <c:pt idx="183">
                <c:v>60.2620849609375</c:v>
              </c:pt>
              <c:pt idx="184">
                <c:v>68.35736083984375</c:v>
              </c:pt>
              <c:pt idx="185">
                <c:v>71.43330383300781</c:v>
              </c:pt>
            </c:numLit>
          </c:yVal>
        </c:ser>
        <c:ser>
          <c:idx val="1"/>
          <c:order val="1"/>
          <c:tx>
            <c:v>일치선</c:v>
          </c:tx>
          <c:spPr>
            <a:ln xmlns:a="http://schemas.openxmlformats.org/drawingml/2006/main" w="19050">
              <a:solidFill>
                <a:srgbClr val="657386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2"/>
              <c:pt idx="0">
                <c:v>58.36215</c:v>
              </c:pt>
              <c:pt idx="1">
                <c:v>98.7765</c:v>
              </c:pt>
            </c:numLit>
          </c:xVal>
          <c:yVal>
            <c:numLit>
              <c:formatCode>General</c:formatCode>
              <c:ptCount val="2"/>
              <c:pt idx="0">
                <c:v>58.36215</c:v>
              </c:pt>
              <c:pt idx="1">
                <c:v>98.7765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예측 MRR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5738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DE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실제 MRR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57386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EE7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E3AA5DE6-7BE9-45AC-BAC3-4789C814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06E2166-B1E1-4370-8020-1F980BBC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2016 PHM CMP DATA CHALLENGE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7BB39526-E461-4AD5-B5D3-82752177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942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1F3A"/>
                </a:solidFill>
              </a:defRPr>
            </a:pPr>
            <a:r>
              <a:rPr sz="3900" b="1">
                <a:solidFill>
                  <a:srgbClr val="0B1F3A"/>
                </a:solidFill>
              </a:rPr>
              <a:t>CMP MRR(Material Removal Rate, 연마 제거율)</a:t>
            </a:r>
          </a:p>
          <a:p xmlns:a="http://schemas.openxmlformats.org/drawingml/2006/main">
            <a:pPr algn="l">
              <a:defRPr sz="3900" b="1">
                <a:solidFill>
                  <a:srgbClr val="0B1F3A"/>
                </a:solidFill>
              </a:defRPr>
            </a:pPr>
            <a:r>
              <a:rPr sz="3900" b="1">
                <a:solidFill>
                  <a:srgbClr val="0B1F3A"/>
                </a:solidFill>
              </a:rPr>
              <a:t>예측 모델 개발 및 목표 Sensor 조건 도출</a:t>
            </a:r>
          </a:p>
        </p:txBody>
      </p:sp>
      <p:sp>
        <p:nvSpPr>
          <p:cNvPr id="4" name="sub">
            <a:extLst xmlns:a="http://schemas.openxmlformats.org/drawingml/2006/main">
              <a:ext uri="{FF2B5EF4-FFF2-40B4-BE49-F238E27FC236}">
                <a16:creationId xmlns:a16="http://schemas.microsoft.com/office/drawing/2014/main" id="{473BA8ED-8137-4BD7-908B-A340EFE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Stage–Chamber별 MRR 목표·영향 Sensor·예측 성능을 분리 평가</a:t>
            </a:r>
          </a:p>
        </p:txBody>
      </p:sp>
      <p:sp>
        <p:nvSpPr>
          <p:cNvPr id="5" name="date">
            <a:extLst xmlns:a="http://schemas.openxmlformats.org/drawingml/2006/main">
              <a:ext uri="{FF2B5EF4-FFF2-40B4-BE49-F238E27FC236}">
                <a16:creationId xmlns:a16="http://schemas.microsoft.com/office/drawing/2014/main" id="{2B2C7116-A156-4AD1-ABDC-B3A21680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386"/>
                </a:solidFill>
              </a:defRPr>
            </a:pPr>
            <a:r>
              <a:rPr sz="1050" b="0">
                <a:solidFill>
                  <a:srgbClr val="657386"/>
                </a:solidFill>
              </a:rPr>
              <a:t>2026.08.10</a:t>
            </a:r>
          </a:p>
        </p:txBody>
      </p:sp>
    </p:spTree>
    <p:extLst>
      <p:ext uri="{BB962C8B-B14F-4D97-AF65-F5344CB8AC3E}">
        <p14:creationId xmlns:p14="http://schemas.microsoft.com/office/powerpoint/2010/main" val="13054203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2">
            <a:extLst xmlns:a="http://schemas.openxmlformats.org/drawingml/2006/main">
              <a:ext uri="{FF2B5EF4-FFF2-40B4-BE49-F238E27FC236}">
                <a16:creationId xmlns:a16="http://schemas.microsoft.com/office/drawing/2014/main" id="{81637C91-F036-4135-ADD4-2D138821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분석 목표</a:t>
            </a:r>
          </a:p>
        </p:txBody>
      </p:sp>
      <p:sp>
        <p:nvSpPr>
          <p:cNvPr id="2" name="take-2">
            <a:extLst xmlns:a="http://schemas.openxmlformats.org/drawingml/2006/main">
              <a:ext uri="{FF2B5EF4-FFF2-40B4-BE49-F238E27FC236}">
                <a16:creationId xmlns:a16="http://schemas.microsoft.com/office/drawing/2014/main" id="{A543F39C-CBBD-4EAF-A549-62A577E6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4E"/>
                </a:solidFill>
              </a:defRPr>
            </a:pPr>
            <a:r>
              <a:rPr sz="1350" b="1">
                <a:solidFill>
                  <a:srgbClr val="F26B4E"/>
                </a:solidFill>
              </a:rPr>
              <a:t>Target MRR 설정 → 예측 모델 비교 → Sensor 조건 후보 도출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4FCD3242-CB4B-412B-9DB7-2D324DCF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1E41840C-804D-4720-95B7-BEAF7629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09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02</a:t>
            </a:r>
          </a:p>
        </p:txBody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AA8AE0E2-8E8E-463B-9E43-95065BAD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6B4E"/>
                </a:solidFill>
              </a:defRPr>
            </a:pPr>
            <a:r>
              <a:rPr sz="2700" b="1">
                <a:solidFill>
                  <a:srgbClr val="F26B4E"/>
                </a:solidFill>
              </a:rPr>
              <a:t>01</a:t>
            </a:r>
          </a:p>
        </p:txBody>
      </p:sp>
      <p:sp>
        <p:nvSpPr>
          <p:cNvPr id="6" name="head-0">
            <a:extLst xmlns:a="http://schemas.openxmlformats.org/drawingml/2006/main">
              <a:ext uri="{FF2B5EF4-FFF2-40B4-BE49-F238E27FC236}">
                <a16:creationId xmlns:a16="http://schemas.microsoft.com/office/drawing/2014/main" id="{06935C75-4280-4691-B9DF-EF59818D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Target MRR 설정</a:t>
            </a:r>
          </a:p>
        </p:txBody>
      </p:sp>
      <p:sp>
        <p:nvSpPr>
          <p:cNvPr id="7" name="body-0">
            <a:extLst xmlns:a="http://schemas.openxmlformats.org/drawingml/2006/main">
              <a:ext uri="{FF2B5EF4-FFF2-40B4-BE49-F238E27FC236}">
                <a16:creationId xmlns:a16="http://schemas.microsoft.com/office/drawing/2014/main" id="{E121EB87-8D96-425F-9184-B7041563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000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C"/>
                </a:solidFill>
              </a:defRPr>
            </a:pPr>
            <a:r>
              <a:rPr sz="1350" b="0">
                <a:solidFill>
                  <a:srgbClr val="202B3C"/>
                </a:solidFill>
              </a:rPr>
              <a:t>Stage–Chamber별 과거 MRR 중앙값을 분석 목표로 사용</a:t>
            </a:r>
          </a:p>
        </p:txBody>
      </p:sp>
      <p:sp>
        <p:nvSpPr>
          <p:cNvPr id="8" name="arr-0">
            <a:extLst xmlns:a="http://schemas.openxmlformats.org/drawingml/2006/main">
              <a:ext uri="{FF2B5EF4-FFF2-40B4-BE49-F238E27FC236}">
                <a16:creationId xmlns:a16="http://schemas.microsoft.com/office/drawing/2014/main" id="{D1AF56C0-ACB5-4E0D-8136-844FB4D2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098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um-1">
            <a:extLst xmlns:a="http://schemas.openxmlformats.org/drawingml/2006/main">
              <a:ext uri="{FF2B5EF4-FFF2-40B4-BE49-F238E27FC236}">
                <a16:creationId xmlns:a16="http://schemas.microsoft.com/office/drawing/2014/main" id="{17DC320A-AC58-47A4-9D8A-F799BCB4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097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6B4E"/>
                </a:solidFill>
              </a:defRPr>
            </a:pPr>
            <a:r>
              <a:rPr sz="2700" b="1">
                <a:solidFill>
                  <a:srgbClr val="F26B4E"/>
                </a:solidFill>
              </a:rPr>
              <a:t>02</a:t>
            </a:r>
          </a:p>
        </p:txBody>
      </p:sp>
      <p:sp>
        <p:nvSpPr>
          <p:cNvPr id="10" name="head-1">
            <a:extLst xmlns:a="http://schemas.openxmlformats.org/drawingml/2006/main">
              <a:ext uri="{FF2B5EF4-FFF2-40B4-BE49-F238E27FC236}">
                <a16:creationId xmlns:a16="http://schemas.microsoft.com/office/drawing/2014/main" id="{AAF17C14-93D5-42D9-8926-298FC2FE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400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MRR 예측 모델 개발</a:t>
            </a:r>
          </a:p>
        </p:txBody>
      </p:sp>
      <p:sp>
        <p:nvSpPr>
          <p:cNvPr id="11" name="body-1">
            <a:extLst xmlns:a="http://schemas.openxmlformats.org/drawingml/2006/main">
              <a:ext uri="{FF2B5EF4-FFF2-40B4-BE49-F238E27FC236}">
                <a16:creationId xmlns:a16="http://schemas.microsoft.com/office/drawing/2014/main" id="{D3321202-A711-49E4-9454-08B68A67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952750"/>
            <a:ext cx="3000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C"/>
                </a:solidFill>
              </a:defRPr>
            </a:pPr>
            <a:r>
              <a:rPr sz="1350" b="0">
                <a:solidFill>
                  <a:srgbClr val="202B3C"/>
                </a:solidFill>
              </a:rPr>
              <a:t>동일 공정 조건 안에서 여러 회귀모델의 오차와 설명력을 비교</a:t>
            </a:r>
          </a:p>
        </p:txBody>
      </p:sp>
      <p:sp>
        <p:nvSpPr>
          <p:cNvPr id="12" name="arr-1">
            <a:extLst xmlns:a="http://schemas.openxmlformats.org/drawingml/2006/main">
              <a:ext uri="{FF2B5EF4-FFF2-40B4-BE49-F238E27FC236}">
                <a16:creationId xmlns:a16="http://schemas.microsoft.com/office/drawing/2014/main" id="{EA624ACB-1C07-46D5-807A-96DC2F1C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6098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um-2">
            <a:extLst xmlns:a="http://schemas.openxmlformats.org/drawingml/2006/main">
              <a:ext uri="{FF2B5EF4-FFF2-40B4-BE49-F238E27FC236}">
                <a16:creationId xmlns:a16="http://schemas.microsoft.com/office/drawing/2014/main" id="{36BD10B2-22FF-44AB-9FDB-BA620A32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097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6B4E"/>
                </a:solidFill>
              </a:defRPr>
            </a:pPr>
            <a:r>
              <a:rPr sz="2700" b="1">
                <a:solidFill>
                  <a:srgbClr val="F26B4E"/>
                </a:solidFill>
              </a:rPr>
              <a:t>03</a:t>
            </a:r>
          </a:p>
        </p:txBody>
      </p:sp>
      <p:sp>
        <p:nvSpPr>
          <p:cNvPr id="14" name="head-2">
            <a:extLst xmlns:a="http://schemas.openxmlformats.org/drawingml/2006/main">
              <a:ext uri="{FF2B5EF4-FFF2-40B4-BE49-F238E27FC236}">
                <a16:creationId xmlns:a16="http://schemas.microsoft.com/office/drawing/2014/main" id="{B83288A6-B52A-4437-B7B9-840C9520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00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Sensor 조건 후보 도출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CA07A971-B66B-4DD7-82AC-89A0189A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52750"/>
            <a:ext cx="3000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C"/>
                </a:solidFill>
              </a:defRPr>
            </a:pPr>
            <a:r>
              <a:rPr sz="1350" b="0">
                <a:solidFill>
                  <a:srgbClr val="202B3C"/>
                </a:solidFill>
              </a:rPr>
              <a:t>목표 MRR 구간에서 실제 관측된 Sensor 분포를 후보 범위로 제시</a:t>
            </a:r>
          </a:p>
        </p:txBody>
      </p:sp>
      <p:sp>
        <p:nvSpPr>
          <p:cNvPr id="16" name="scope">
            <a:extLst xmlns:a="http://schemas.openxmlformats.org/drawingml/2006/main">
              <a:ext uri="{FF2B5EF4-FFF2-40B4-BE49-F238E27FC236}">
                <a16:creationId xmlns:a16="http://schemas.microsoft.com/office/drawing/2014/main" id="{8EEFEEBF-DDF2-4718-9712-71E3CBA5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83945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ope-h">
            <a:extLst xmlns:a="http://schemas.openxmlformats.org/drawingml/2006/main">
              <a:ext uri="{FF2B5EF4-FFF2-40B4-BE49-F238E27FC236}">
                <a16:creationId xmlns:a16="http://schemas.microsoft.com/office/drawing/2014/main" id="{7606034E-302D-4D9C-879F-0204350D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577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7F8E"/>
                </a:solidFill>
              </a:defRPr>
            </a:pPr>
            <a:r>
              <a:rPr sz="1275" b="1">
                <a:solidFill>
                  <a:srgbClr val="2A7F8E"/>
                </a:solidFill>
              </a:rPr>
              <a:t>분석 원칙</a:t>
            </a:r>
          </a:p>
        </p:txBody>
      </p:sp>
      <p:sp>
        <p:nvSpPr>
          <p:cNvPr id="18" name="scope-t">
            <a:extLst xmlns:a="http://schemas.openxmlformats.org/drawingml/2006/main">
              <a:ext uri="{FF2B5EF4-FFF2-40B4-BE49-F238E27FC236}">
                <a16:creationId xmlns:a16="http://schemas.microsoft.com/office/drawing/2014/main" id="{D0C14E07-D8F8-44C2-98F0-CB0D2010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1028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C"/>
                </a:solidFill>
              </a:defRPr>
            </a:pPr>
            <a:r>
              <a:rPr sz="1350" b="0">
                <a:solidFill>
                  <a:srgbClr val="202B3C"/>
                </a:solidFill>
              </a:rPr>
              <a:t>Stage와 Chamber가 다른 데이터를 섞지 않고, 각 조건 안에서 Sensor–MRR 관계를 검증합니다. 관측 범위는 최적 Setpoint가 아니며 DOE 확인이 필요합니다.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5A9FC9F1-89C1-46A9-BCC5-7E97B2B6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분석값은 공개 CMP 데이터의 관측 결과이며 장비 Setpoint를 의미하지 않음</a:t>
            </a:r>
          </a:p>
        </p:txBody>
      </p:sp>
      <p:sp>
        <p:nvSpPr>
          <p:cNvPr id="20" name="brand">
            <a:extLst xmlns:a="http://schemas.openxmlformats.org/drawingml/2006/main">
              <a:ext uri="{FF2B5EF4-FFF2-40B4-BE49-F238E27FC236}">
                <a16:creationId xmlns:a16="http://schemas.microsoft.com/office/drawing/2014/main" id="{7C89EE5A-0160-4FA0-9E28-99AAD5F7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CMP MRR ANALYSIS</a:t>
            </a:r>
          </a:p>
        </p:txBody>
      </p:sp>
    </p:spTree>
    <p:extLst>
      <p:ext uri="{BB962C8B-B14F-4D97-AF65-F5344CB8AC3E}">
        <p14:creationId xmlns:p14="http://schemas.microsoft.com/office/powerpoint/2010/main" val="10778720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3">
            <a:extLst xmlns:a="http://schemas.openxmlformats.org/drawingml/2006/main">
              <a:ext uri="{FF2B5EF4-FFF2-40B4-BE49-F238E27FC236}">
                <a16:creationId xmlns:a16="http://schemas.microsoft.com/office/drawing/2014/main" id="{FFFC92AF-099E-4986-BA43-35F34C27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목차</a:t>
            </a:r>
          </a:p>
        </p:txBody>
      </p:sp>
      <p:sp>
        <p:nvSpPr>
          <p:cNvPr id="2" name="take-3">
            <a:extLst xmlns:a="http://schemas.openxmlformats.org/drawingml/2006/main">
              <a:ext uri="{FF2B5EF4-FFF2-40B4-BE49-F238E27FC236}">
                <a16:creationId xmlns:a16="http://schemas.microsoft.com/office/drawing/2014/main" id="{87A3D5C0-AE26-4ED3-9159-4A2DE77E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4E"/>
                </a:solidFill>
              </a:defRPr>
            </a:pPr>
            <a:r>
              <a:rPr sz="1350" b="1">
                <a:solidFill>
                  <a:srgbClr val="F26B4E"/>
                </a:solidFill>
              </a:rPr>
              <a:t>데이터 처리부터 적용 한계까지 7개 항목으로 구성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C666FB46-1431-4378-87B1-927A9446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4FBAF6FF-0E0A-413A-8B75-D26615B4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09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03</a:t>
            </a:r>
          </a:p>
        </p:txBody>
      </p:sp>
      <p:sp>
        <p:nvSpPr>
          <p:cNvPr id="5" name="agenda-0">
            <a:extLst xmlns:a="http://schemas.openxmlformats.org/drawingml/2006/main">
              <a:ext uri="{FF2B5EF4-FFF2-40B4-BE49-F238E27FC236}">
                <a16:creationId xmlns:a16="http://schemas.microsoft.com/office/drawing/2014/main" id="{658121BD-E1A8-47B2-A114-688EF9FC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1. 데이터 전처리</a:t>
            </a:r>
          </a:p>
        </p:txBody>
      </p:sp>
      <p:sp>
        <p:nvSpPr>
          <p:cNvPr id="6" name="aline-0">
            <a:extLst xmlns:a="http://schemas.openxmlformats.org/drawingml/2006/main">
              <a:ext uri="{FF2B5EF4-FFF2-40B4-BE49-F238E27FC236}">
                <a16:creationId xmlns:a16="http://schemas.microsoft.com/office/drawing/2014/main" id="{5C8AAB26-B5DE-4833-B8CF-DB0B87FA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811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page-0">
            <a:extLst xmlns:a="http://schemas.openxmlformats.org/drawingml/2006/main">
              <a:ext uri="{FF2B5EF4-FFF2-40B4-BE49-F238E27FC236}">
                <a16:creationId xmlns:a16="http://schemas.microsoft.com/office/drawing/2014/main" id="{88E5BB19-849F-4F33-8849-E8142D84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5811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01</a:t>
            </a:r>
          </a:p>
        </p:txBody>
      </p:sp>
      <p:sp>
        <p:nvSpPr>
          <p:cNvPr id="8" name="agenda-1">
            <a:extLst xmlns:a="http://schemas.openxmlformats.org/drawingml/2006/main">
              <a:ext uri="{FF2B5EF4-FFF2-40B4-BE49-F238E27FC236}">
                <a16:creationId xmlns:a16="http://schemas.microsoft.com/office/drawing/2014/main" id="{7E8896C9-57F8-421D-BEBD-386C00FC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2. Target MRR 설정</a:t>
            </a:r>
          </a:p>
        </p:txBody>
      </p:sp>
      <p:sp>
        <p:nvSpPr>
          <p:cNvPr id="9" name="aline-1">
            <a:extLst xmlns:a="http://schemas.openxmlformats.org/drawingml/2006/main">
              <a:ext uri="{FF2B5EF4-FFF2-40B4-BE49-F238E27FC236}">
                <a16:creationId xmlns:a16="http://schemas.microsoft.com/office/drawing/2014/main" id="{4DAFA0F4-07D5-4EA7-8287-D97CC4BE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982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page-1">
            <a:extLst xmlns:a="http://schemas.openxmlformats.org/drawingml/2006/main">
              <a:ext uri="{FF2B5EF4-FFF2-40B4-BE49-F238E27FC236}">
                <a16:creationId xmlns:a16="http://schemas.microsoft.com/office/drawing/2014/main" id="{2A6A8288-B755-41A8-9E3D-0B3062C4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098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02</a:t>
            </a:r>
          </a:p>
        </p:txBody>
      </p:sp>
      <p:sp>
        <p:nvSpPr>
          <p:cNvPr id="11" name="agenda-2">
            <a:extLst xmlns:a="http://schemas.openxmlformats.org/drawingml/2006/main">
              <a:ext uri="{FF2B5EF4-FFF2-40B4-BE49-F238E27FC236}">
                <a16:creationId xmlns:a16="http://schemas.microsoft.com/office/drawing/2014/main" id="{BA7A228E-6BE5-4161-A2BC-603A8995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3. Sensor 영향 분석</a:t>
            </a:r>
          </a:p>
        </p:txBody>
      </p:sp>
      <p:sp>
        <p:nvSpPr>
          <p:cNvPr id="12" name="aline-2">
            <a:extLst xmlns:a="http://schemas.openxmlformats.org/drawingml/2006/main">
              <a:ext uri="{FF2B5EF4-FFF2-40B4-BE49-F238E27FC236}">
                <a16:creationId xmlns:a16="http://schemas.microsoft.com/office/drawing/2014/main" id="{7C5C1898-4034-41D4-85B5-78DC4274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page-2">
            <a:extLst xmlns:a="http://schemas.openxmlformats.org/drawingml/2006/main">
              <a:ext uri="{FF2B5EF4-FFF2-40B4-BE49-F238E27FC236}">
                <a16:creationId xmlns:a16="http://schemas.microsoft.com/office/drawing/2014/main" id="{2F07A009-D894-46DA-A116-C15874B3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384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03</a:t>
            </a:r>
          </a:p>
        </p:txBody>
      </p:sp>
      <p:sp>
        <p:nvSpPr>
          <p:cNvPr id="14" name="agenda-3">
            <a:extLst xmlns:a="http://schemas.openxmlformats.org/drawingml/2006/main">
              <a:ext uri="{FF2B5EF4-FFF2-40B4-BE49-F238E27FC236}">
                <a16:creationId xmlns:a16="http://schemas.microsoft.com/office/drawing/2014/main" id="{FA38842B-74C7-4E2D-945E-0BBCDEA8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B3C"/>
                </a:solidFill>
              </a:defRPr>
            </a:pPr>
            <a:r>
              <a:rPr sz="1725" b="1">
                <a:solidFill>
                  <a:srgbClr val="202B3C"/>
                </a:solidFill>
              </a:rPr>
              <a:t>4. 예측모델 비교</a:t>
            </a:r>
          </a:p>
        </p:txBody>
      </p:sp>
      <p:sp>
        <p:nvSpPr>
          <p:cNvPr id="15" name="aline-3">
            <a:extLst xmlns:a="http://schemas.openxmlformats.org/drawingml/2006/main">
              <a:ext uri="{FF2B5EF4-FFF2-40B4-BE49-F238E27FC236}">
                <a16:creationId xmlns:a16="http://schemas.microsoft.com/office/drawing/2014/main" id="{24CE113C-3E9A-4DDC-B7C2-709D03AC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6712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page-3">
            <a:extLst xmlns:a="http://schemas.openxmlformats.org/drawingml/2006/main">
              <a:ext uri="{FF2B5EF4-FFF2-40B4-BE49-F238E27FC236}">
                <a16:creationId xmlns:a16="http://schemas.microsoft.com/office/drawing/2014/main" id="{759A5BC1-1407-435A-A30B-15FC3BEC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671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04</a:t>
            </a:r>
          </a:p>
        </p:txBody>
      </p:sp>
      <p:sp>
        <p:nvSpPr>
          <p:cNvPr id="17" name="agenda-4">
            <a:extLst xmlns:a="http://schemas.openxmlformats.org/drawingml/2006/main">
              <a:ext uri="{FF2B5EF4-FFF2-40B4-BE49-F238E27FC236}">
                <a16:creationId xmlns:a16="http://schemas.microsoft.com/office/drawing/2014/main" id="{61E03E16-D8F7-4D6F-A210-6CCC263C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B3C"/>
                </a:solidFill>
              </a:defRPr>
            </a:pPr>
            <a:r>
              <a:rPr sz="1725" b="1">
                <a:solidFill>
                  <a:srgbClr val="202B3C"/>
                </a:solidFill>
              </a:rPr>
              <a:t>5. 최종 예측 성능</a:t>
            </a:r>
          </a:p>
        </p:txBody>
      </p:sp>
      <p:sp>
        <p:nvSpPr>
          <p:cNvPr id="18" name="aline-4">
            <a:extLst xmlns:a="http://schemas.openxmlformats.org/drawingml/2006/main">
              <a:ext uri="{FF2B5EF4-FFF2-40B4-BE49-F238E27FC236}">
                <a16:creationId xmlns:a16="http://schemas.microsoft.com/office/drawing/2014/main" id="{0D451935-0828-40FC-8586-6501D382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57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page-4">
            <a:extLst xmlns:a="http://schemas.openxmlformats.org/drawingml/2006/main">
              <a:ext uri="{FF2B5EF4-FFF2-40B4-BE49-F238E27FC236}">
                <a16:creationId xmlns:a16="http://schemas.microsoft.com/office/drawing/2014/main" id="{568D5AE5-A0DF-46B8-AA17-91C6A1B4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05</a:t>
            </a:r>
          </a:p>
        </p:txBody>
      </p:sp>
      <p:sp>
        <p:nvSpPr>
          <p:cNvPr id="20" name="agenda-5">
            <a:extLst xmlns:a="http://schemas.openxmlformats.org/drawingml/2006/main">
              <a:ext uri="{FF2B5EF4-FFF2-40B4-BE49-F238E27FC236}">
                <a16:creationId xmlns:a16="http://schemas.microsoft.com/office/drawing/2014/main" id="{CA4D4AC5-34A0-4295-8157-B83D06B6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B3C"/>
                </a:solidFill>
              </a:defRPr>
            </a:pPr>
            <a:r>
              <a:rPr sz="1725" b="1">
                <a:solidFill>
                  <a:srgbClr val="202B3C"/>
                </a:solidFill>
              </a:rPr>
              <a:t>6. 목표 Sensor 조건</a:t>
            </a:r>
          </a:p>
        </p:txBody>
      </p:sp>
      <p:sp>
        <p:nvSpPr>
          <p:cNvPr id="21" name="aline-5">
            <a:extLst xmlns:a="http://schemas.openxmlformats.org/drawingml/2006/main">
              <a:ext uri="{FF2B5EF4-FFF2-40B4-BE49-F238E27FC236}">
                <a16:creationId xmlns:a16="http://schemas.microsoft.com/office/drawing/2014/main" id="{E696FDC0-23E1-41B8-A316-675F8557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2442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page-5">
            <a:extLst xmlns:a="http://schemas.openxmlformats.org/drawingml/2006/main">
              <a:ext uri="{FF2B5EF4-FFF2-40B4-BE49-F238E27FC236}">
                <a16:creationId xmlns:a16="http://schemas.microsoft.com/office/drawing/2014/main" id="{210D1252-0F55-411B-96A1-5273821B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244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06</a:t>
            </a:r>
          </a:p>
        </p:txBody>
      </p:sp>
      <p:sp>
        <p:nvSpPr>
          <p:cNvPr id="23" name="agenda-6">
            <a:extLst xmlns:a="http://schemas.openxmlformats.org/drawingml/2006/main">
              <a:ext uri="{FF2B5EF4-FFF2-40B4-BE49-F238E27FC236}">
                <a16:creationId xmlns:a16="http://schemas.microsoft.com/office/drawing/2014/main" id="{FBC48848-3CF4-438B-8183-ADFC59E9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B3C"/>
                </a:solidFill>
              </a:defRPr>
            </a:pPr>
            <a:r>
              <a:rPr sz="1725" b="1">
                <a:solidFill>
                  <a:srgbClr val="202B3C"/>
                </a:solidFill>
              </a:rPr>
              <a:t>7. 결론 및 적용 한계</a:t>
            </a:r>
          </a:p>
        </p:txBody>
      </p:sp>
      <p:sp>
        <p:nvSpPr>
          <p:cNvPr id="24" name="aline-6">
            <a:extLst xmlns:a="http://schemas.openxmlformats.org/drawingml/2006/main">
              <a:ext uri="{FF2B5EF4-FFF2-40B4-BE49-F238E27FC236}">
                <a16:creationId xmlns:a16="http://schemas.microsoft.com/office/drawing/2014/main" id="{D4F49D73-3E1D-4978-8F85-956938D2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530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page-6">
            <a:extLst xmlns:a="http://schemas.openxmlformats.org/drawingml/2006/main">
              <a:ext uri="{FF2B5EF4-FFF2-40B4-BE49-F238E27FC236}">
                <a16:creationId xmlns:a16="http://schemas.microsoft.com/office/drawing/2014/main" id="{DE69F3C3-7EA9-44EE-AEED-EE413738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530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07</a:t>
            </a:r>
          </a:p>
        </p:txBody>
      </p:sp>
      <p:sp>
        <p:nvSpPr>
          <p:cNvPr id="26" name="footer">
            <a:extLst xmlns:a="http://schemas.openxmlformats.org/drawingml/2006/main">
              <a:ext uri="{FF2B5EF4-FFF2-40B4-BE49-F238E27FC236}">
                <a16:creationId xmlns:a16="http://schemas.microsoft.com/office/drawing/2014/main" id="{C9FB9938-95BD-4C71-97F6-AF4BDC21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분석값은 공개 CMP 데이터의 관측 결과이며 장비 Setpoint를 의미하지 않음</a:t>
            </a:r>
          </a:p>
        </p:txBody>
      </p:sp>
      <p:sp>
        <p:nvSpPr>
          <p:cNvPr id="27" name="brand">
            <a:extLst xmlns:a="http://schemas.openxmlformats.org/drawingml/2006/main">
              <a:ext uri="{FF2B5EF4-FFF2-40B4-BE49-F238E27FC236}">
                <a16:creationId xmlns:a16="http://schemas.microsoft.com/office/drawing/2014/main" id="{0575F91A-6047-4433-9D46-457E57BF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CMP MRR ANALYSIS</a:t>
            </a:r>
          </a:p>
        </p:txBody>
      </p:sp>
    </p:spTree>
    <p:extLst>
      <p:ext uri="{BB962C8B-B14F-4D97-AF65-F5344CB8AC3E}">
        <p14:creationId xmlns:p14="http://schemas.microsoft.com/office/powerpoint/2010/main" val="11271312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-4">
            <a:extLst xmlns:a="http://schemas.openxmlformats.org/drawingml/2006/main">
              <a:ext uri="{FF2B5EF4-FFF2-40B4-BE49-F238E27FC236}">
                <a16:creationId xmlns:a16="http://schemas.microsoft.com/office/drawing/2014/main" id="{0BD55832-F463-4695-9941-E526207D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1. 데이터 전처리</a:t>
            </a:r>
          </a:p>
        </p:txBody>
      </p:sp>
      <p:sp>
        <p:nvSpPr>
          <p:cNvPr id="2" name="take-4">
            <a:extLst xmlns:a="http://schemas.openxmlformats.org/drawingml/2006/main">
              <a:ext uri="{FF2B5EF4-FFF2-40B4-BE49-F238E27FC236}">
                <a16:creationId xmlns:a16="http://schemas.microsoft.com/office/drawing/2014/main" id="{19B2D77B-6B25-484F-9284-231B6C8F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4E"/>
                </a:solidFill>
              </a:defRPr>
            </a:pPr>
            <a:r>
              <a:rPr sz="1350" b="1">
                <a:solidFill>
                  <a:srgbClr val="F26B4E"/>
                </a:solidFill>
              </a:rPr>
              <a:t>동일 Wafer와 Stage의 시계열 Sensor 값을 한 행으로 요약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75D3A649-10D7-420E-BD41-795D2AF6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4B377670-B484-4AF4-9BFF-98FE9D55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09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04</a:t>
            </a:r>
          </a:p>
        </p:txBody>
      </p:sp>
      <p:sp>
        <p:nvSpPr>
          <p:cNvPr id="5" name="sect-원본 데이터-64">
            <a:extLst xmlns:a="http://schemas.openxmlformats.org/drawingml/2006/main">
              <a:ext uri="{FF2B5EF4-FFF2-40B4-BE49-F238E27FC236}">
                <a16:creationId xmlns:a16="http://schemas.microsoft.com/office/drawing/2014/main" id="{EC9DB4D9-DAED-49F9-9A27-9829BEEB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원본 데이터</a:t>
            </a:r>
          </a:p>
        </p:txBody>
      </p:sp>
      <p:sp>
        <p:nvSpPr>
          <p:cNvPr id="6" name="sectline-원본 데이터-64">
            <a:extLst xmlns:a="http://schemas.openxmlformats.org/drawingml/2006/main">
              <a:ext uri="{FF2B5EF4-FFF2-40B4-BE49-F238E27FC236}">
                <a16:creationId xmlns:a16="http://schemas.microsoft.com/office/drawing/2014/main" id="{8C8EAEA4-A3AA-4EC1-A749-7BE8C0C3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ot-64-216-0">
            <a:extLst xmlns:a="http://schemas.openxmlformats.org/drawingml/2006/main">
              <a:ext uri="{FF2B5EF4-FFF2-40B4-BE49-F238E27FC236}">
                <a16:creationId xmlns:a16="http://schemas.microsoft.com/office/drawing/2014/main" id="{98AB839F-E043-4BF9-8AF2-82B98F96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-64-216-0">
            <a:extLst xmlns:a="http://schemas.openxmlformats.org/drawingml/2006/main">
              <a:ext uri="{FF2B5EF4-FFF2-40B4-BE49-F238E27FC236}">
                <a16:creationId xmlns:a16="http://schemas.microsoft.com/office/drawing/2014/main" id="{74954B44-6ED6-454E-A685-546B02D8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436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B3C"/>
                </a:solidFill>
              </a:defRPr>
            </a:pPr>
            <a:r>
              <a:rPr sz="1275" b="0">
                <a:solidFill>
                  <a:srgbClr val="202B3C"/>
                </a:solidFill>
              </a:rPr>
              <a:t>식별 정보: WAFER_ID, STAGE, CHAMBER</a:t>
            </a:r>
          </a:p>
        </p:txBody>
      </p:sp>
      <p:sp>
        <p:nvSpPr>
          <p:cNvPr id="9" name="dot-64-216-1">
            <a:extLst xmlns:a="http://schemas.openxmlformats.org/drawingml/2006/main">
              <a:ext uri="{FF2B5EF4-FFF2-40B4-BE49-F238E27FC236}">
                <a16:creationId xmlns:a16="http://schemas.microsoft.com/office/drawing/2014/main" id="{FDF16D6E-B85A-4050-A8B6-4E28D8FD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-64-216-1">
            <a:extLst xmlns:a="http://schemas.openxmlformats.org/drawingml/2006/main">
              <a:ext uri="{FF2B5EF4-FFF2-40B4-BE49-F238E27FC236}">
                <a16:creationId xmlns:a16="http://schemas.microsoft.com/office/drawing/2014/main" id="{9D0F208C-C621-4D39-AA78-F7574141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436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B3C"/>
                </a:solidFill>
              </a:defRPr>
            </a:pPr>
            <a:r>
              <a:rPr sz="1275" b="0">
                <a:solidFill>
                  <a:srgbClr val="202B3C"/>
                </a:solidFill>
              </a:rPr>
              <a:t>공정 Sensor: 압력, Slurry 유량, 회전수</a:t>
            </a:r>
          </a:p>
        </p:txBody>
      </p:sp>
      <p:sp>
        <p:nvSpPr>
          <p:cNvPr id="11" name="dot-64-216-2">
            <a:extLst xmlns:a="http://schemas.openxmlformats.org/drawingml/2006/main">
              <a:ext uri="{FF2B5EF4-FFF2-40B4-BE49-F238E27FC236}">
                <a16:creationId xmlns:a16="http://schemas.microsoft.com/office/drawing/2014/main" id="{BAFEDED4-C53D-4EAC-993B-1E11E798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-64-216-2">
            <a:extLst xmlns:a="http://schemas.openxmlformats.org/drawingml/2006/main">
              <a:ext uri="{FF2B5EF4-FFF2-40B4-BE49-F238E27FC236}">
                <a16:creationId xmlns:a16="http://schemas.microsoft.com/office/drawing/2014/main" id="{D3333CC5-8220-451E-971B-174DADD9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436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B3C"/>
                </a:solidFill>
              </a:defRPr>
            </a:pPr>
            <a:r>
              <a:rPr sz="1275" b="0">
                <a:solidFill>
                  <a:srgbClr val="202B3C"/>
                </a:solidFill>
              </a:rPr>
              <a:t>사용량: Pad·Dresser 누적 사용량</a:t>
            </a:r>
          </a:p>
        </p:txBody>
      </p:sp>
      <p:sp>
        <p:nvSpPr>
          <p:cNvPr id="13" name="dot-64-216-3">
            <a:extLst xmlns:a="http://schemas.openxmlformats.org/drawingml/2006/main">
              <a:ext uri="{FF2B5EF4-FFF2-40B4-BE49-F238E27FC236}">
                <a16:creationId xmlns:a16="http://schemas.microsoft.com/office/drawing/2014/main" id="{6DD996A6-57EB-4659-9127-19F9ABCF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-64-216-3">
            <a:extLst xmlns:a="http://schemas.openxmlformats.org/drawingml/2006/main">
              <a:ext uri="{FF2B5EF4-FFF2-40B4-BE49-F238E27FC236}">
                <a16:creationId xmlns:a16="http://schemas.microsoft.com/office/drawing/2014/main" id="{868C8026-115B-4F50-9813-314727D3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436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B3C"/>
                </a:solidFill>
              </a:defRPr>
            </a:pPr>
            <a:r>
              <a:rPr sz="1275" b="0">
                <a:solidFill>
                  <a:srgbClr val="202B3C"/>
                </a:solidFill>
              </a:rPr>
              <a:t>정답값: AVG_REMOVAL_RATE(MRR)</a:t>
            </a:r>
          </a:p>
        </p:txBody>
      </p:sp>
      <p:sp>
        <p:nvSpPr>
          <p:cNvPr id="15" name="sect-처리 방법-640">
            <a:extLst xmlns:a="http://schemas.openxmlformats.org/drawingml/2006/main">
              <a:ext uri="{FF2B5EF4-FFF2-40B4-BE49-F238E27FC236}">
                <a16:creationId xmlns:a16="http://schemas.microsoft.com/office/drawing/2014/main" id="{0D3ECC90-FBF2-4E16-A23E-4DE776A9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처리 방법</a:t>
            </a:r>
          </a:p>
        </p:txBody>
      </p:sp>
      <p:sp>
        <p:nvSpPr>
          <p:cNvPr id="16" name="sectline-처리 방법-640">
            <a:extLst xmlns:a="http://schemas.openxmlformats.org/drawingml/2006/main">
              <a:ext uri="{FF2B5EF4-FFF2-40B4-BE49-F238E27FC236}">
                <a16:creationId xmlns:a16="http://schemas.microsoft.com/office/drawing/2014/main" id="{555E5798-F7BC-4F03-A6AE-8BF8D229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ot-640-216-0">
            <a:extLst xmlns:a="http://schemas.openxmlformats.org/drawingml/2006/main">
              <a:ext uri="{FF2B5EF4-FFF2-40B4-BE49-F238E27FC236}">
                <a16:creationId xmlns:a16="http://schemas.microsoft.com/office/drawing/2014/main" id="{E2FCA6C1-3CBA-4D36-BC22-AE0BBBF1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-640-216-0">
            <a:extLst xmlns:a="http://schemas.openxmlformats.org/drawingml/2006/main">
              <a:ext uri="{FF2B5EF4-FFF2-40B4-BE49-F238E27FC236}">
                <a16:creationId xmlns:a16="http://schemas.microsoft.com/office/drawing/2014/main" id="{009FC202-36B0-45E9-8439-BC3EAFA3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57400"/>
            <a:ext cx="483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B3C"/>
                </a:solidFill>
              </a:defRPr>
            </a:pPr>
            <a:r>
              <a:rPr sz="1275" b="0">
                <a:solidFill>
                  <a:srgbClr val="202B3C"/>
                </a:solidFill>
              </a:rPr>
              <a:t>같은 WAFER_ID와 STAGE의 연속 측정값을 통합</a:t>
            </a:r>
          </a:p>
        </p:txBody>
      </p:sp>
      <p:sp>
        <p:nvSpPr>
          <p:cNvPr id="19" name="dot-640-216-1">
            <a:extLst xmlns:a="http://schemas.openxmlformats.org/drawingml/2006/main">
              <a:ext uri="{FF2B5EF4-FFF2-40B4-BE49-F238E27FC236}">
                <a16:creationId xmlns:a16="http://schemas.microsoft.com/office/drawing/2014/main" id="{C943299D-32A0-4FA4-81AA-F598F69E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-640-216-1">
            <a:extLst xmlns:a="http://schemas.openxmlformats.org/drawingml/2006/main">
              <a:ext uri="{FF2B5EF4-FFF2-40B4-BE49-F238E27FC236}">
                <a16:creationId xmlns:a16="http://schemas.microsoft.com/office/drawing/2014/main" id="{42A580A0-FEA4-47E1-BE4A-999E0E11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52700"/>
            <a:ext cx="483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B3C"/>
                </a:solidFill>
              </a:defRPr>
            </a:pPr>
            <a:r>
              <a:rPr sz="1275" b="0">
                <a:solidFill>
                  <a:srgbClr val="202B3C"/>
                </a:solidFill>
              </a:rPr>
              <a:t>Sensor별 평균·표준편차·최댓값−최솟값 계산</a:t>
            </a:r>
          </a:p>
        </p:txBody>
      </p:sp>
      <p:sp>
        <p:nvSpPr>
          <p:cNvPr id="21" name="dot-640-216-2">
            <a:extLst xmlns:a="http://schemas.openxmlformats.org/drawingml/2006/main">
              <a:ext uri="{FF2B5EF4-FFF2-40B4-BE49-F238E27FC236}">
                <a16:creationId xmlns:a16="http://schemas.microsoft.com/office/drawing/2014/main" id="{4F877410-3350-47E9-9016-83554361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-640-216-2">
            <a:extLst xmlns:a="http://schemas.openxmlformats.org/drawingml/2006/main">
              <a:ext uri="{FF2B5EF4-FFF2-40B4-BE49-F238E27FC236}">
                <a16:creationId xmlns:a16="http://schemas.microsoft.com/office/drawing/2014/main" id="{AEB71751-5847-47E9-9EFA-98CC2F6E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483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B3C"/>
                </a:solidFill>
              </a:defRPr>
            </a:pPr>
            <a:r>
              <a:rPr sz="1275" b="0">
                <a:solidFill>
                  <a:srgbClr val="202B3C"/>
                </a:solidFill>
              </a:rPr>
              <a:t>결측값 0건: 별도 대체 없이 원자료 유지</a:t>
            </a:r>
          </a:p>
        </p:txBody>
      </p:sp>
      <p:sp>
        <p:nvSpPr>
          <p:cNvPr id="23" name="dot-640-216-3">
            <a:extLst xmlns:a="http://schemas.openxmlformats.org/drawingml/2006/main">
              <a:ext uri="{FF2B5EF4-FFF2-40B4-BE49-F238E27FC236}">
                <a16:creationId xmlns:a16="http://schemas.microsoft.com/office/drawing/2014/main" id="{4136749D-609B-49F0-8916-CCB9BF59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-640-216-3">
            <a:extLst xmlns:a="http://schemas.openxmlformats.org/drawingml/2006/main">
              <a:ext uri="{FF2B5EF4-FFF2-40B4-BE49-F238E27FC236}">
                <a16:creationId xmlns:a16="http://schemas.microsoft.com/office/drawing/2014/main" id="{31743878-AF1B-4698-90D0-9656CE36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3300"/>
            <a:ext cx="483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B3C"/>
                </a:solidFill>
              </a:defRPr>
            </a:pPr>
            <a:r>
              <a:rPr sz="1275" b="0">
                <a:solidFill>
                  <a:srgbClr val="202B3C"/>
                </a:solidFill>
              </a:rPr>
              <a:t>수치형 MRR 예측이므로 회귀모델 적용</a:t>
            </a:r>
          </a:p>
        </p:txBody>
      </p:sp>
      <p:sp>
        <p:nvSpPr>
          <p:cNvPr id="25" name="why">
            <a:extLst xmlns:a="http://schemas.openxmlformats.org/drawingml/2006/main">
              <a:ext uri="{FF2B5EF4-FFF2-40B4-BE49-F238E27FC236}">
                <a16:creationId xmlns:a16="http://schemas.microsoft.com/office/drawing/2014/main" id="{10160455-A113-44E5-97F3-F1DED7B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5346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hy-h">
            <a:extLst xmlns:a="http://schemas.openxmlformats.org/drawingml/2006/main">
              <a:ext uri="{FF2B5EF4-FFF2-40B4-BE49-F238E27FC236}">
                <a16:creationId xmlns:a16="http://schemas.microsoft.com/office/drawing/2014/main" id="{A66F1480-4A82-4F5B-AE56-5FA18221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4E"/>
                </a:solidFill>
              </a:defRPr>
            </a:pPr>
            <a:r>
              <a:rPr sz="1350" b="1">
                <a:solidFill>
                  <a:srgbClr val="F26B4E"/>
                </a:solidFill>
              </a:rPr>
              <a:t>왜 평균만 사용하지 않는가</a:t>
            </a:r>
          </a:p>
        </p:txBody>
      </p:sp>
      <p:sp>
        <p:nvSpPr>
          <p:cNvPr id="27" name="why-t">
            <a:extLst xmlns:a="http://schemas.openxmlformats.org/drawingml/2006/main">
              <a:ext uri="{FF2B5EF4-FFF2-40B4-BE49-F238E27FC236}">
                <a16:creationId xmlns:a16="http://schemas.microsoft.com/office/drawing/2014/main" id="{816A7E79-FA6D-4802-A9A1-E9899549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9675"/>
            <a:ext cx="985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C"/>
                </a:solidFill>
              </a:defRPr>
            </a:pPr>
            <a:r>
              <a:rPr sz="1350" b="0">
                <a:solidFill>
                  <a:srgbClr val="202B3C"/>
                </a:solidFill>
              </a:rPr>
              <a:t>평균은 공정의 대표 수준, 표준편차와 최댓값−최솟값은 공정 중 흔들림을 나타냅니다. 따라서 Sensor 수준과 변동을 함께 모델 입력값으로 사용했습니다.</a:t>
            </a:r>
          </a:p>
        </p:txBody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A1519F38-1EEE-4B4F-A760-2FA443C6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분석값은 공개 CMP 데이터의 관측 결과이며 장비 Setpoint를 의미하지 않음</a:t>
            </a:r>
          </a:p>
        </p:txBody>
      </p:sp>
      <p:sp>
        <p:nvSpPr>
          <p:cNvPr id="29" name="brand">
            <a:extLst xmlns:a="http://schemas.openxmlformats.org/drawingml/2006/main">
              <a:ext uri="{FF2B5EF4-FFF2-40B4-BE49-F238E27FC236}">
                <a16:creationId xmlns:a16="http://schemas.microsoft.com/office/drawing/2014/main" id="{647B257D-4DFE-4899-A61A-51A6A385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CMP MRR ANALYSIS</a:t>
            </a:r>
          </a:p>
        </p:txBody>
      </p:sp>
    </p:spTree>
    <p:extLst>
      <p:ext uri="{BB962C8B-B14F-4D97-AF65-F5344CB8AC3E}">
        <p14:creationId xmlns:p14="http://schemas.microsoft.com/office/powerpoint/2010/main" val="47647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itle-5">
            <a:extLst xmlns:a="http://schemas.openxmlformats.org/drawingml/2006/main">
              <a:ext uri="{FF2B5EF4-FFF2-40B4-BE49-F238E27FC236}">
                <a16:creationId xmlns:a16="http://schemas.microsoft.com/office/drawing/2014/main" id="{55958A5F-650E-4FBA-9C37-89A51DF1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1-1. 분석 대상 선정</a:t>
            </a:r>
          </a:p>
        </p:txBody>
      </p:sp>
      <p:sp>
        <p:nvSpPr>
          <p:cNvPr id="2" name="take-5">
            <a:extLst xmlns:a="http://schemas.openxmlformats.org/drawingml/2006/main">
              <a:ext uri="{FF2B5EF4-FFF2-40B4-BE49-F238E27FC236}">
                <a16:creationId xmlns:a16="http://schemas.microsoft.com/office/drawing/2014/main" id="{17DB6283-D564-4EFA-BE81-F441763B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4E"/>
                </a:solidFill>
              </a:defRPr>
            </a:pPr>
            <a:r>
              <a:rPr sz="1350" b="1">
                <a:solidFill>
                  <a:srgbClr val="F26B4E"/>
                </a:solidFill>
              </a:rPr>
              <a:t>표본이 충분한 3개 조건만 본 분석에 포함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53675901-8F5B-4B3B-BF5B-FCE2656F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5974589-2C1E-475B-A036-F7741160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09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05</a:t>
            </a:r>
          </a:p>
        </p:txBody>
      </p:sp>
      <p:sp>
        <p:nvSpPr>
          <p:cNvPr id="5" name="cell-170-0-64">
            <a:extLst xmlns:a="http://schemas.openxmlformats.org/drawingml/2006/main">
              <a:ext uri="{FF2B5EF4-FFF2-40B4-BE49-F238E27FC236}">
                <a16:creationId xmlns:a16="http://schemas.microsoft.com/office/drawing/2014/main" id="{6139A43D-2FD9-4DA2-846D-8F9C3E0C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6" name="ct-170-0-64">
            <a:extLst xmlns:a="http://schemas.openxmlformats.org/drawingml/2006/main">
              <a:ext uri="{FF2B5EF4-FFF2-40B4-BE49-F238E27FC236}">
                <a16:creationId xmlns:a16="http://schemas.microsoft.com/office/drawing/2014/main" id="{040886C4-6F4C-4FD9-B91A-FCA89378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공정 조건</a:t>
            </a:r>
          </a:p>
        </p:txBody>
      </p:sp>
      <p:sp>
        <p:nvSpPr>
          <p:cNvPr id="7" name="cell-170-1-394">
            <a:extLst xmlns:a="http://schemas.openxmlformats.org/drawingml/2006/main">
              <a:ext uri="{FF2B5EF4-FFF2-40B4-BE49-F238E27FC236}">
                <a16:creationId xmlns:a16="http://schemas.microsoft.com/office/drawing/2014/main" id="{357C55A6-93EE-4613-B215-627709AF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619250"/>
            <a:ext cx="1619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8" name="ct-170-1-394">
            <a:extLst xmlns:a="http://schemas.openxmlformats.org/drawingml/2006/main">
              <a:ext uri="{FF2B5EF4-FFF2-40B4-BE49-F238E27FC236}">
                <a16:creationId xmlns:a16="http://schemas.microsoft.com/office/drawing/2014/main" id="{B58B19F5-4F82-4F16-8594-FED18DBA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47825"/>
            <a:ext cx="1466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표본 수</a:t>
            </a:r>
          </a:p>
        </p:txBody>
      </p:sp>
      <p:sp>
        <p:nvSpPr>
          <p:cNvPr id="9" name="cell-170-2-564">
            <a:extLst xmlns:a="http://schemas.openxmlformats.org/drawingml/2006/main">
              <a:ext uri="{FF2B5EF4-FFF2-40B4-BE49-F238E27FC236}">
                <a16:creationId xmlns:a16="http://schemas.microsoft.com/office/drawing/2014/main" id="{6C31F47C-F61D-4FA2-9E1A-745BA5A1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19250"/>
            <a:ext cx="1619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0" name="ct-170-2-564">
            <a:extLst xmlns:a="http://schemas.openxmlformats.org/drawingml/2006/main">
              <a:ext uri="{FF2B5EF4-FFF2-40B4-BE49-F238E27FC236}">
                <a16:creationId xmlns:a16="http://schemas.microsoft.com/office/drawing/2014/main" id="{A1F277D2-4A15-4205-BE18-7B870333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647825"/>
            <a:ext cx="1466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본 분석</a:t>
            </a:r>
          </a:p>
        </p:txBody>
      </p:sp>
      <p:sp>
        <p:nvSpPr>
          <p:cNvPr id="11" name="cell-170-3-734">
            <a:extLst xmlns:a="http://schemas.openxmlformats.org/drawingml/2006/main">
              <a:ext uri="{FF2B5EF4-FFF2-40B4-BE49-F238E27FC236}">
                <a16:creationId xmlns:a16="http://schemas.microsoft.com/office/drawing/2014/main" id="{4DB8B01C-05E3-496C-B07A-0BE97479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19250"/>
            <a:ext cx="4191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2" name="ct-170-3-734">
            <a:extLst xmlns:a="http://schemas.openxmlformats.org/drawingml/2006/main">
              <a:ext uri="{FF2B5EF4-FFF2-40B4-BE49-F238E27FC236}">
                <a16:creationId xmlns:a16="http://schemas.microsoft.com/office/drawing/2014/main" id="{912455FD-8E13-407D-AE56-5864E7F2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47825"/>
            <a:ext cx="4038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판단</a:t>
            </a:r>
          </a:p>
        </p:txBody>
      </p:sp>
      <p:sp>
        <p:nvSpPr>
          <p:cNvPr id="13" name="cell-215-0-64">
            <a:extLst xmlns:a="http://schemas.openxmlformats.org/drawingml/2006/main">
              <a:ext uri="{FF2B5EF4-FFF2-40B4-BE49-F238E27FC236}">
                <a16:creationId xmlns:a16="http://schemas.microsoft.com/office/drawing/2014/main" id="{C3F879CF-E6A0-4C63-B778-C8B1C7D1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143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ct-215-0-64">
            <a:extLst xmlns:a="http://schemas.openxmlformats.org/drawingml/2006/main">
              <a:ext uri="{FF2B5EF4-FFF2-40B4-BE49-F238E27FC236}">
                <a16:creationId xmlns:a16="http://schemas.microsoft.com/office/drawing/2014/main" id="{B79AEB3C-3AE6-4CA7-A251-370E2926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990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B3C"/>
                </a:solidFill>
              </a:defRPr>
            </a:pPr>
            <a:r>
              <a:rPr sz="1200" b="1">
                <a:solidFill>
                  <a:srgbClr val="202B3C"/>
                </a:solidFill>
              </a:rPr>
              <a:t>Stage B–Chamber 4</a:t>
            </a:r>
          </a:p>
        </p:txBody>
      </p:sp>
      <p:sp>
        <p:nvSpPr>
          <p:cNvPr id="15" name="cell-215-1-394">
            <a:extLst xmlns:a="http://schemas.openxmlformats.org/drawingml/2006/main">
              <a:ext uri="{FF2B5EF4-FFF2-40B4-BE49-F238E27FC236}">
                <a16:creationId xmlns:a16="http://schemas.microsoft.com/office/drawing/2014/main" id="{24D3E10D-DBA0-4C86-BB5A-CEDB6699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1619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ct-215-1-394">
            <a:extLst xmlns:a="http://schemas.openxmlformats.org/drawingml/2006/main">
              <a:ext uri="{FF2B5EF4-FFF2-40B4-BE49-F238E27FC236}">
                <a16:creationId xmlns:a16="http://schemas.microsoft.com/office/drawing/2014/main" id="{F2A27E54-EAF9-4E43-99B1-EE737ED7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7645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B3C"/>
                </a:solidFill>
              </a:defRPr>
            </a:pPr>
            <a:r>
              <a:rPr sz="1200" b="1">
                <a:solidFill>
                  <a:srgbClr val="202B3C"/>
                </a:solidFill>
              </a:rPr>
              <a:t>810</a:t>
            </a:r>
          </a:p>
        </p:txBody>
      </p:sp>
      <p:sp>
        <p:nvSpPr>
          <p:cNvPr id="17" name="cell-215-2-564">
            <a:extLst xmlns:a="http://schemas.openxmlformats.org/drawingml/2006/main">
              <a:ext uri="{FF2B5EF4-FFF2-40B4-BE49-F238E27FC236}">
                <a16:creationId xmlns:a16="http://schemas.microsoft.com/office/drawing/2014/main" id="{6385B633-ED73-43B5-B5A2-CAB45A14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47875"/>
            <a:ext cx="1619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ct-215-2-564">
            <a:extLst xmlns:a="http://schemas.openxmlformats.org/drawingml/2006/main">
              <a:ext uri="{FF2B5EF4-FFF2-40B4-BE49-F238E27FC236}">
                <a16:creationId xmlns:a16="http://schemas.microsoft.com/office/drawing/2014/main" id="{53F2DD4F-2A7B-48AC-B379-DB050F1D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7645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B3C"/>
                </a:solidFill>
              </a:defRPr>
            </a:pPr>
            <a:r>
              <a:rPr sz="1200" b="1">
                <a:solidFill>
                  <a:srgbClr val="202B3C"/>
                </a:solidFill>
              </a:rPr>
              <a:t>포함</a:t>
            </a:r>
          </a:p>
        </p:txBody>
      </p:sp>
      <p:sp>
        <p:nvSpPr>
          <p:cNvPr id="19" name="cell-215-3-734">
            <a:extLst xmlns:a="http://schemas.openxmlformats.org/drawingml/2006/main">
              <a:ext uri="{FF2B5EF4-FFF2-40B4-BE49-F238E27FC236}">
                <a16:creationId xmlns:a16="http://schemas.microsoft.com/office/drawing/2014/main" id="{F708A4C5-700D-4448-8AAD-4FFA6739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47875"/>
            <a:ext cx="4191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ct-215-3-734">
            <a:extLst xmlns:a="http://schemas.openxmlformats.org/drawingml/2006/main">
              <a:ext uri="{FF2B5EF4-FFF2-40B4-BE49-F238E27FC236}">
                <a16:creationId xmlns:a16="http://schemas.microsoft.com/office/drawing/2014/main" id="{25040593-C95D-4409-8B03-026F21B2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4038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B3C"/>
                </a:solidFill>
              </a:defRPr>
            </a:pPr>
            <a:r>
              <a:rPr sz="1200" b="1">
                <a:solidFill>
                  <a:srgbClr val="202B3C"/>
                </a:solidFill>
              </a:rPr>
              <a:t>조건별 모델·Target·Sensor 분석</a:t>
            </a:r>
          </a:p>
        </p:txBody>
      </p:sp>
      <p:sp>
        <p:nvSpPr>
          <p:cNvPr id="21" name="cell-262-0-64">
            <a:extLst xmlns:a="http://schemas.openxmlformats.org/drawingml/2006/main">
              <a:ext uri="{FF2B5EF4-FFF2-40B4-BE49-F238E27FC236}">
                <a16:creationId xmlns:a16="http://schemas.microsoft.com/office/drawing/2014/main" id="{242CD0A3-EC90-446D-85DC-8F9C70E0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143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ct-262-0-64">
            <a:extLst xmlns:a="http://schemas.openxmlformats.org/drawingml/2006/main">
              <a:ext uri="{FF2B5EF4-FFF2-40B4-BE49-F238E27FC236}">
                <a16:creationId xmlns:a16="http://schemas.microsoft.com/office/drawing/2014/main" id="{BB765516-D720-4EC5-9AA1-BB57E35B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990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B3C"/>
                </a:solidFill>
              </a:defRPr>
            </a:pPr>
            <a:r>
              <a:rPr sz="1200" b="0">
                <a:solidFill>
                  <a:srgbClr val="202B3C"/>
                </a:solidFill>
              </a:rPr>
              <a:t>Stage A–Chamber 4</a:t>
            </a:r>
          </a:p>
        </p:txBody>
      </p:sp>
      <p:sp>
        <p:nvSpPr>
          <p:cNvPr id="23" name="cell-262-1-394">
            <a:extLst xmlns:a="http://schemas.openxmlformats.org/drawingml/2006/main">
              <a:ext uri="{FF2B5EF4-FFF2-40B4-BE49-F238E27FC236}">
                <a16:creationId xmlns:a16="http://schemas.microsoft.com/office/drawing/2014/main" id="{86F47263-B68A-47DD-BEB1-90809A6C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95550"/>
            <a:ext cx="1619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ct-262-1-394">
            <a:extLst xmlns:a="http://schemas.openxmlformats.org/drawingml/2006/main">
              <a:ext uri="{FF2B5EF4-FFF2-40B4-BE49-F238E27FC236}">
                <a16:creationId xmlns:a16="http://schemas.microsoft.com/office/drawing/2014/main" id="{13EA6008-58AC-4744-A3B2-8024B5E7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24125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B3C"/>
                </a:solidFill>
              </a:defRPr>
            </a:pPr>
            <a:r>
              <a:rPr sz="1200" b="0">
                <a:solidFill>
                  <a:srgbClr val="202B3C"/>
                </a:solidFill>
              </a:rPr>
              <a:t>795</a:t>
            </a:r>
          </a:p>
        </p:txBody>
      </p:sp>
      <p:sp>
        <p:nvSpPr>
          <p:cNvPr id="25" name="cell-262-2-564">
            <a:extLst xmlns:a="http://schemas.openxmlformats.org/drawingml/2006/main">
              <a:ext uri="{FF2B5EF4-FFF2-40B4-BE49-F238E27FC236}">
                <a16:creationId xmlns:a16="http://schemas.microsoft.com/office/drawing/2014/main" id="{74AC6C40-EFDC-424C-B513-ED549AEA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95550"/>
            <a:ext cx="1619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ct-262-2-564">
            <a:extLst xmlns:a="http://schemas.openxmlformats.org/drawingml/2006/main">
              <a:ext uri="{FF2B5EF4-FFF2-40B4-BE49-F238E27FC236}">
                <a16:creationId xmlns:a16="http://schemas.microsoft.com/office/drawing/2014/main" id="{3F0C654B-BB41-40D6-9E76-90AA4481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24125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B3C"/>
                </a:solidFill>
              </a:defRPr>
            </a:pPr>
            <a:r>
              <a:rPr sz="1200" b="0">
                <a:solidFill>
                  <a:srgbClr val="202B3C"/>
                </a:solidFill>
              </a:rPr>
              <a:t>포함</a:t>
            </a:r>
          </a:p>
        </p:txBody>
      </p:sp>
      <p:sp>
        <p:nvSpPr>
          <p:cNvPr id="27" name="cell-262-3-734">
            <a:extLst xmlns:a="http://schemas.openxmlformats.org/drawingml/2006/main">
              <a:ext uri="{FF2B5EF4-FFF2-40B4-BE49-F238E27FC236}">
                <a16:creationId xmlns:a16="http://schemas.microsoft.com/office/drawing/2014/main" id="{7C1C7348-54C9-46A8-8C1A-0AF87235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95550"/>
            <a:ext cx="4191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ct-262-3-734">
            <a:extLst xmlns:a="http://schemas.openxmlformats.org/drawingml/2006/main">
              <a:ext uri="{FF2B5EF4-FFF2-40B4-BE49-F238E27FC236}">
                <a16:creationId xmlns:a16="http://schemas.microsoft.com/office/drawing/2014/main" id="{440F3808-493D-4DCE-94C5-514F0C74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4038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B3C"/>
                </a:solidFill>
              </a:defRPr>
            </a:pPr>
            <a:r>
              <a:rPr sz="1200" b="0">
                <a:solidFill>
                  <a:srgbClr val="202B3C"/>
                </a:solidFill>
              </a:rPr>
              <a:t>조건별 모델·Target·Sensor 분석</a:t>
            </a:r>
          </a:p>
        </p:txBody>
      </p:sp>
      <p:sp>
        <p:nvSpPr>
          <p:cNvPr id="29" name="cell-309-0-64">
            <a:extLst xmlns:a="http://schemas.openxmlformats.org/drawingml/2006/main">
              <a:ext uri="{FF2B5EF4-FFF2-40B4-BE49-F238E27FC236}">
                <a16:creationId xmlns:a16="http://schemas.microsoft.com/office/drawing/2014/main" id="{54A2AFC4-C608-4296-B413-8D0B5223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3143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ct-309-0-64">
            <a:extLst xmlns:a="http://schemas.openxmlformats.org/drawingml/2006/main">
              <a:ext uri="{FF2B5EF4-FFF2-40B4-BE49-F238E27FC236}">
                <a16:creationId xmlns:a16="http://schemas.microsoft.com/office/drawing/2014/main" id="{0DC1FA11-03D3-47CC-9D4A-4D403B90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990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B3C"/>
                </a:solidFill>
              </a:defRPr>
            </a:pPr>
            <a:r>
              <a:rPr sz="1200" b="0">
                <a:solidFill>
                  <a:srgbClr val="202B3C"/>
                </a:solidFill>
              </a:rPr>
              <a:t>Stage A–Chamber 1</a:t>
            </a:r>
          </a:p>
        </p:txBody>
      </p:sp>
      <p:sp>
        <p:nvSpPr>
          <p:cNvPr id="31" name="cell-309-1-394">
            <a:extLst xmlns:a="http://schemas.openxmlformats.org/drawingml/2006/main">
              <a:ext uri="{FF2B5EF4-FFF2-40B4-BE49-F238E27FC236}">
                <a16:creationId xmlns:a16="http://schemas.microsoft.com/office/drawing/2014/main" id="{4BF5A7C0-EFB1-4B79-AF78-3ED55091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43225"/>
            <a:ext cx="1619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ct-309-1-394">
            <a:extLst xmlns:a="http://schemas.openxmlformats.org/drawingml/2006/main">
              <a:ext uri="{FF2B5EF4-FFF2-40B4-BE49-F238E27FC236}">
                <a16:creationId xmlns:a16="http://schemas.microsoft.com/office/drawing/2014/main" id="{BD726705-25CE-4DF8-9E19-4FD800A7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7180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B3C"/>
                </a:solidFill>
              </a:defRPr>
            </a:pPr>
            <a:r>
              <a:rPr sz="1200" b="0">
                <a:solidFill>
                  <a:srgbClr val="202B3C"/>
                </a:solidFill>
              </a:rPr>
              <a:t>363</a:t>
            </a:r>
          </a:p>
        </p:txBody>
      </p:sp>
      <p:sp>
        <p:nvSpPr>
          <p:cNvPr id="33" name="cell-309-2-564">
            <a:extLst xmlns:a="http://schemas.openxmlformats.org/drawingml/2006/main">
              <a:ext uri="{FF2B5EF4-FFF2-40B4-BE49-F238E27FC236}">
                <a16:creationId xmlns:a16="http://schemas.microsoft.com/office/drawing/2014/main" id="{C849956A-4582-46BC-A077-99CD4847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43225"/>
            <a:ext cx="1619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ct-309-2-564">
            <a:extLst xmlns:a="http://schemas.openxmlformats.org/drawingml/2006/main">
              <a:ext uri="{FF2B5EF4-FFF2-40B4-BE49-F238E27FC236}">
                <a16:creationId xmlns:a16="http://schemas.microsoft.com/office/drawing/2014/main" id="{F442B9C7-A49F-434D-9376-80FB4C8F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7180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B3C"/>
                </a:solidFill>
              </a:defRPr>
            </a:pPr>
            <a:r>
              <a:rPr sz="1200" b="0">
                <a:solidFill>
                  <a:srgbClr val="202B3C"/>
                </a:solidFill>
              </a:rPr>
              <a:t>포함</a:t>
            </a:r>
          </a:p>
        </p:txBody>
      </p:sp>
      <p:sp>
        <p:nvSpPr>
          <p:cNvPr id="35" name="cell-309-3-734">
            <a:extLst xmlns:a="http://schemas.openxmlformats.org/drawingml/2006/main">
              <a:ext uri="{FF2B5EF4-FFF2-40B4-BE49-F238E27FC236}">
                <a16:creationId xmlns:a16="http://schemas.microsoft.com/office/drawing/2014/main" id="{2DB85EEB-61F8-4522-A5F6-3F35B07A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43225"/>
            <a:ext cx="4191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ct-309-3-734">
            <a:extLst xmlns:a="http://schemas.openxmlformats.org/drawingml/2006/main">
              <a:ext uri="{FF2B5EF4-FFF2-40B4-BE49-F238E27FC236}">
                <a16:creationId xmlns:a16="http://schemas.microsoft.com/office/drawing/2014/main" id="{70770572-10ED-4F33-B252-12E5B70A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4038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B3C"/>
                </a:solidFill>
              </a:defRPr>
            </a:pPr>
            <a:r>
              <a:rPr sz="1200" b="0">
                <a:solidFill>
                  <a:srgbClr val="202B3C"/>
                </a:solidFill>
              </a:rPr>
              <a:t>조건별 모델·Target·Sensor 분석</a:t>
            </a:r>
          </a:p>
        </p:txBody>
      </p:sp>
      <p:sp>
        <p:nvSpPr>
          <p:cNvPr id="37" name="cell-356-0-64">
            <a:extLst xmlns:a="http://schemas.openxmlformats.org/drawingml/2006/main">
              <a:ext uri="{FF2B5EF4-FFF2-40B4-BE49-F238E27FC236}">
                <a16:creationId xmlns:a16="http://schemas.microsoft.com/office/drawing/2014/main" id="{A60CDE5B-9814-4DF7-AA98-DDDF2824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ct-356-0-64">
            <a:extLst xmlns:a="http://schemas.openxmlformats.org/drawingml/2006/main">
              <a:ext uri="{FF2B5EF4-FFF2-40B4-BE49-F238E27FC236}">
                <a16:creationId xmlns:a16="http://schemas.microsoft.com/office/drawing/2014/main" id="{B4D779AB-EA2A-4240-92D0-2351B6DD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2990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3A2F"/>
                </a:solidFill>
              </a:defRPr>
            </a:pPr>
            <a:r>
              <a:rPr sz="1200" b="1">
                <a:solidFill>
                  <a:srgbClr val="B83A2F"/>
                </a:solidFill>
              </a:rPr>
              <a:t>기타 Stage–Chamber</a:t>
            </a:r>
          </a:p>
        </p:txBody>
      </p:sp>
      <p:sp>
        <p:nvSpPr>
          <p:cNvPr id="39" name="cell-356-1-394">
            <a:extLst xmlns:a="http://schemas.openxmlformats.org/drawingml/2006/main">
              <a:ext uri="{FF2B5EF4-FFF2-40B4-BE49-F238E27FC236}">
                <a16:creationId xmlns:a16="http://schemas.microsoft.com/office/drawing/2014/main" id="{CFB8E520-D593-4FBD-8041-D8847F93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90900"/>
            <a:ext cx="1619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ct-356-1-394">
            <a:extLst xmlns:a="http://schemas.openxmlformats.org/drawingml/2006/main">
              <a:ext uri="{FF2B5EF4-FFF2-40B4-BE49-F238E27FC236}">
                <a16:creationId xmlns:a16="http://schemas.microsoft.com/office/drawing/2014/main" id="{5A860D19-A1D1-4973-A9A5-A54B4AEE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19475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3A2F"/>
                </a:solidFill>
              </a:defRPr>
            </a:pPr>
            <a:r>
              <a:rPr sz="1200" b="1">
                <a:solidFill>
                  <a:srgbClr val="B83A2F"/>
                </a:solidFill>
              </a:rPr>
              <a:t>9</a:t>
            </a:r>
          </a:p>
        </p:txBody>
      </p:sp>
      <p:sp>
        <p:nvSpPr>
          <p:cNvPr id="41" name="cell-356-2-564">
            <a:extLst xmlns:a="http://schemas.openxmlformats.org/drawingml/2006/main">
              <a:ext uri="{FF2B5EF4-FFF2-40B4-BE49-F238E27FC236}">
                <a16:creationId xmlns:a16="http://schemas.microsoft.com/office/drawing/2014/main" id="{8E0749C1-CD67-4910-B35F-F7A16861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90900"/>
            <a:ext cx="1619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ct-356-2-564">
            <a:extLst xmlns:a="http://schemas.openxmlformats.org/drawingml/2006/main">
              <a:ext uri="{FF2B5EF4-FFF2-40B4-BE49-F238E27FC236}">
                <a16:creationId xmlns:a16="http://schemas.microsoft.com/office/drawing/2014/main" id="{3DE3DDFA-2448-4CB6-A19D-623402ED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19475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3A2F"/>
                </a:solidFill>
              </a:defRPr>
            </a:pPr>
            <a:r>
              <a:rPr sz="1200" b="1">
                <a:solidFill>
                  <a:srgbClr val="B83A2F"/>
                </a:solidFill>
              </a:rPr>
              <a:t>제외</a:t>
            </a:r>
          </a:p>
        </p:txBody>
      </p:sp>
      <p:sp>
        <p:nvSpPr>
          <p:cNvPr id="43" name="cell-356-3-734">
            <a:extLst xmlns:a="http://schemas.openxmlformats.org/drawingml/2006/main">
              <a:ext uri="{FF2B5EF4-FFF2-40B4-BE49-F238E27FC236}">
                <a16:creationId xmlns:a16="http://schemas.microsoft.com/office/drawing/2014/main" id="{CE9EC63A-436A-494F-A5B7-C9DDF4E5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90900"/>
            <a:ext cx="4191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ct-356-3-734">
            <a:extLst xmlns:a="http://schemas.openxmlformats.org/drawingml/2006/main">
              <a:ext uri="{FF2B5EF4-FFF2-40B4-BE49-F238E27FC236}">
                <a16:creationId xmlns:a16="http://schemas.microsoft.com/office/drawing/2014/main" id="{630C7988-FABF-4596-B372-4936892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19475"/>
            <a:ext cx="4038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3A2F"/>
                </a:solidFill>
              </a:defRPr>
            </a:pPr>
            <a:r>
              <a:rPr sz="1200" b="1">
                <a:solidFill>
                  <a:srgbClr val="B83A2F"/>
                </a:solidFill>
              </a:rPr>
              <a:t>표본 부족: 일반화 가능한 비교가 어려움</a:t>
            </a:r>
          </a:p>
        </p:txBody>
      </p:sp>
      <p:sp>
        <p:nvSpPr>
          <p:cNvPr id="45" name="review">
            <a:extLst xmlns:a="http://schemas.openxmlformats.org/drawingml/2006/main">
              <a:ext uri="{FF2B5EF4-FFF2-40B4-BE49-F238E27FC236}">
                <a16:creationId xmlns:a16="http://schemas.microsoft.com/office/drawing/2014/main" id="{FA057C5B-9015-46AE-A48A-13CFC795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5727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review-h">
            <a:extLst xmlns:a="http://schemas.openxmlformats.org/drawingml/2006/main">
              <a:ext uri="{FF2B5EF4-FFF2-40B4-BE49-F238E27FC236}">
                <a16:creationId xmlns:a16="http://schemas.microsoft.com/office/drawing/2014/main" id="{F8947B30-CFE9-4617-A61D-AE589F55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추가 검토</a:t>
            </a:r>
          </a:p>
        </p:txBody>
      </p:sp>
      <p:sp>
        <p:nvSpPr>
          <p:cNvPr id="47" name="review-t">
            <a:extLst xmlns:a="http://schemas.openxmlformats.org/drawingml/2006/main">
              <a:ext uri="{FF2B5EF4-FFF2-40B4-BE49-F238E27FC236}">
                <a16:creationId xmlns:a16="http://schemas.microsoft.com/office/drawing/2014/main" id="{2AC71A1D-57E9-4ABC-98D6-9ABF22D3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95825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C"/>
                </a:solidFill>
              </a:defRPr>
            </a:pPr>
            <a:r>
              <a:rPr sz="1350" b="0">
                <a:solidFill>
                  <a:srgbClr val="202B3C"/>
                </a:solidFill>
              </a:rPr>
              <a:t>MRR 4건은 전체 분포에서 매우 멀리 떨어져 통계적 검토 대상으로 분리했습니다. 측정 오류로 확정할 근거는 없으므로 원자료에서는 삭제하지 않았으며, 본 모델 비교에서만 민감도 확인을 위해 제외했습니다.</a:t>
            </a:r>
          </a:p>
        </p:txBody>
      </p:sp>
      <p:sp>
        <p:nvSpPr>
          <p:cNvPr id="48" name="footer">
            <a:extLst xmlns:a="http://schemas.openxmlformats.org/drawingml/2006/main">
              <a:ext uri="{FF2B5EF4-FFF2-40B4-BE49-F238E27FC236}">
                <a16:creationId xmlns:a16="http://schemas.microsoft.com/office/drawing/2014/main" id="{34A623FE-B6DB-4B3E-8E2F-BDB21D2D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표본 부족 조건 9개는 본 분석에서 제외; MRR 검토 후보 4개는 오류 확정이 아님</a:t>
            </a:r>
          </a:p>
        </p:txBody>
      </p:sp>
      <p:sp>
        <p:nvSpPr>
          <p:cNvPr id="49" name="brand">
            <a:extLst xmlns:a="http://schemas.openxmlformats.org/drawingml/2006/main">
              <a:ext uri="{FF2B5EF4-FFF2-40B4-BE49-F238E27FC236}">
                <a16:creationId xmlns:a16="http://schemas.microsoft.com/office/drawing/2014/main" id="{47599EF8-965C-4D7C-8C09-C41740DC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CMP MRR ANALYSIS</a:t>
            </a:r>
          </a:p>
        </p:txBody>
      </p:sp>
    </p:spTree>
    <p:extLst>
      <p:ext uri="{BB962C8B-B14F-4D97-AF65-F5344CB8AC3E}">
        <p14:creationId xmlns:p14="http://schemas.microsoft.com/office/powerpoint/2010/main" val="7993888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itle-6">
            <a:extLst xmlns:a="http://schemas.openxmlformats.org/drawingml/2006/main">
              <a:ext uri="{FF2B5EF4-FFF2-40B4-BE49-F238E27FC236}">
                <a16:creationId xmlns:a16="http://schemas.microsoft.com/office/drawing/2014/main" id="{D3F73C3C-632B-40E1-BBA3-1E49EE4D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2. Target MRR 설정</a:t>
            </a:r>
          </a:p>
        </p:txBody>
      </p:sp>
      <p:sp>
        <p:nvSpPr>
          <p:cNvPr id="2" name="take-6">
            <a:extLst xmlns:a="http://schemas.openxmlformats.org/drawingml/2006/main">
              <a:ext uri="{FF2B5EF4-FFF2-40B4-BE49-F238E27FC236}">
                <a16:creationId xmlns:a16="http://schemas.microsoft.com/office/drawing/2014/main" id="{6F898E1A-12DF-4199-A75E-05133A81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4E"/>
                </a:solidFill>
              </a:defRPr>
            </a:pPr>
            <a:r>
              <a:rPr sz="1350" b="1">
                <a:solidFill>
                  <a:srgbClr val="F26B4E"/>
                </a:solidFill>
              </a:rPr>
              <a:t>조건별 과거 중앙값을 분석용 Target으로 적용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22978B51-E255-4ECA-82CC-2615FA58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0861FEB7-3ABC-4ABE-8134-3FCE9E86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09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06</a:t>
            </a:r>
          </a:p>
        </p:txBody>
      </p:sp>
      <p:sp>
        <p:nvSpPr>
          <p:cNvPr id="5" name="mrr-box-frame">
            <a:extLst xmlns:a="http://schemas.openxmlformats.org/drawingml/2006/main">
              <a:ext uri="{FF2B5EF4-FFF2-40B4-BE49-F238E27FC236}">
                <a16:creationId xmlns:a16="http://schemas.microsoft.com/office/drawing/2014/main" id="{1E65F575-5925-40A1-8B17-79E8322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6675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mrr-box-title">
            <a:extLst xmlns:a="http://schemas.openxmlformats.org/drawingml/2006/main">
              <a:ext uri="{FF2B5EF4-FFF2-40B4-BE49-F238E27FC236}">
                <a16:creationId xmlns:a16="http://schemas.microsoft.com/office/drawing/2014/main" id="{A31F69F6-BDF1-4DF0-8792-4C0773E5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조건별 MRR 분포</a:t>
            </a:r>
          </a:p>
        </p:txBody>
      </p:sp>
      <p:sp>
        <p:nvSpPr>
          <p:cNvPr id="7" name="mrr-box-lab-0">
            <a:extLst xmlns:a="http://schemas.openxmlformats.org/drawingml/2006/main">
              <a:ext uri="{FF2B5EF4-FFF2-40B4-BE49-F238E27FC236}">
                <a16:creationId xmlns:a16="http://schemas.microsoft.com/office/drawing/2014/main" id="{AEFE6DF2-BB17-4048-BAEB-6AB98781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145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A–Ch1</a:t>
            </a:r>
          </a:p>
        </p:txBody>
      </p:sp>
      <p:sp>
        <p:nvSpPr>
          <p:cNvPr id="8" name="mrr-box-wh-0">
            <a:extLst xmlns:a="http://schemas.openxmlformats.org/drawingml/2006/main">
              <a:ext uri="{FF2B5EF4-FFF2-40B4-BE49-F238E27FC236}">
                <a16:creationId xmlns:a16="http://schemas.microsoft.com/office/drawing/2014/main" id="{D5C76517-728D-4864-95F6-88417285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104" y="2419350"/>
            <a:ext cx="92538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rr-box-capl-0">
            <a:extLst xmlns:a="http://schemas.openxmlformats.org/drawingml/2006/main">
              <a:ext uri="{FF2B5EF4-FFF2-40B4-BE49-F238E27FC236}">
                <a16:creationId xmlns:a16="http://schemas.microsoft.com/office/drawing/2014/main" id="{458A589F-DC3E-4A8D-A556-6CE5525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579" y="233362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rr-box-caph-0">
            <a:extLst xmlns:a="http://schemas.openxmlformats.org/drawingml/2006/main">
              <a:ext uri="{FF2B5EF4-FFF2-40B4-BE49-F238E27FC236}">
                <a16:creationId xmlns:a16="http://schemas.microsoft.com/office/drawing/2014/main" id="{3C4577A8-EA15-4E7B-A075-514A8ACD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964" y="233362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rr-box-box-0">
            <a:extLst xmlns:a="http://schemas.openxmlformats.org/drawingml/2006/main">
              <a:ext uri="{FF2B5EF4-FFF2-40B4-BE49-F238E27FC236}">
                <a16:creationId xmlns:a16="http://schemas.microsoft.com/office/drawing/2014/main" id="{DEDB5E1E-9C16-4DAF-8C1F-8EF43065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699" y="2295525"/>
            <a:ext cx="24279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mrr-box-med-0">
            <a:extLst xmlns:a="http://schemas.openxmlformats.org/drawingml/2006/main">
              <a:ext uri="{FF2B5EF4-FFF2-40B4-BE49-F238E27FC236}">
                <a16:creationId xmlns:a16="http://schemas.microsoft.com/office/drawing/2014/main" id="{C5094E4B-CA9A-4775-A493-B2ABD77A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2012" y="2295525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rr-box-out-0">
            <a:extLst xmlns:a="http://schemas.openxmlformats.org/drawingml/2006/main">
              <a:ext uri="{FF2B5EF4-FFF2-40B4-BE49-F238E27FC236}">
                <a16:creationId xmlns:a16="http://schemas.microsoft.com/office/drawing/2014/main" id="{204F53E2-4A0C-47E0-AB5F-5C70252A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336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3A2F"/>
                </a:solidFill>
              </a:defRPr>
            </a:pPr>
            <a:r>
              <a:rPr sz="675" b="1">
                <a:solidFill>
                  <a:srgbClr val="B83A2F"/>
                </a:solidFill>
              </a:rPr>
              <a:t>후보 4</a:t>
            </a:r>
          </a:p>
        </p:txBody>
      </p:sp>
      <p:sp>
        <p:nvSpPr>
          <p:cNvPr id="14" name="mrr-box-lab-1">
            <a:extLst xmlns:a="http://schemas.openxmlformats.org/drawingml/2006/main">
              <a:ext uri="{FF2B5EF4-FFF2-40B4-BE49-F238E27FC236}">
                <a16:creationId xmlns:a16="http://schemas.microsoft.com/office/drawing/2014/main" id="{0B88F03D-32A2-4472-BF8B-1D823B0E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48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A–Ch4</a:t>
            </a:r>
          </a:p>
        </p:txBody>
      </p:sp>
      <p:sp>
        <p:nvSpPr>
          <p:cNvPr id="15" name="mrr-box-wh-1">
            <a:extLst xmlns:a="http://schemas.openxmlformats.org/drawingml/2006/main">
              <a:ext uri="{FF2B5EF4-FFF2-40B4-BE49-F238E27FC236}">
                <a16:creationId xmlns:a16="http://schemas.microsoft.com/office/drawing/2014/main" id="{CB06E64A-2B4D-4183-9962-33C09209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793" y="3352800"/>
            <a:ext cx="147591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rr-box-capl-1">
            <a:extLst xmlns:a="http://schemas.openxmlformats.org/drawingml/2006/main">
              <a:ext uri="{FF2B5EF4-FFF2-40B4-BE49-F238E27FC236}">
                <a16:creationId xmlns:a16="http://schemas.microsoft.com/office/drawing/2014/main" id="{C47BF2C6-49AC-4173-8C2C-FDEF0E51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268" y="326707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rr-box-caph-1">
            <a:extLst xmlns:a="http://schemas.openxmlformats.org/drawingml/2006/main">
              <a:ext uri="{FF2B5EF4-FFF2-40B4-BE49-F238E27FC236}">
                <a16:creationId xmlns:a16="http://schemas.microsoft.com/office/drawing/2014/main" id="{623762F9-1E85-4F36-816D-D76955B7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188" y="326707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rr-box-box-1">
            <a:extLst xmlns:a="http://schemas.openxmlformats.org/drawingml/2006/main">
              <a:ext uri="{FF2B5EF4-FFF2-40B4-BE49-F238E27FC236}">
                <a16:creationId xmlns:a16="http://schemas.microsoft.com/office/drawing/2014/main" id="{06677835-825B-483B-8D0D-DD50505E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064" y="3228975"/>
            <a:ext cx="38438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9" name="mrr-box-med-1">
            <a:extLst xmlns:a="http://schemas.openxmlformats.org/drawingml/2006/main">
              <a:ext uri="{FF2B5EF4-FFF2-40B4-BE49-F238E27FC236}">
                <a16:creationId xmlns:a16="http://schemas.microsoft.com/office/drawing/2014/main" id="{1364311F-B826-4936-95F6-6585697A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172" y="3228975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rr-box-out-1">
            <a:extLst xmlns:a="http://schemas.openxmlformats.org/drawingml/2006/main">
              <a:ext uri="{FF2B5EF4-FFF2-40B4-BE49-F238E27FC236}">
                <a16:creationId xmlns:a16="http://schemas.microsoft.com/office/drawing/2014/main" id="{A8D89AD0-3A7B-41FE-8F78-C0AFE4D8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288" y="32670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3A2F"/>
                </a:solidFill>
              </a:defRPr>
            </a:pPr>
            <a:r>
              <a:rPr sz="675" b="1">
                <a:solidFill>
                  <a:srgbClr val="B83A2F"/>
                </a:solidFill>
              </a:rPr>
              <a:t>후보 20</a:t>
            </a:r>
          </a:p>
        </p:txBody>
      </p:sp>
      <p:sp>
        <p:nvSpPr>
          <p:cNvPr id="21" name="mrr-box-lab-2">
            <a:extLst xmlns:a="http://schemas.openxmlformats.org/drawingml/2006/main">
              <a:ext uri="{FF2B5EF4-FFF2-40B4-BE49-F238E27FC236}">
                <a16:creationId xmlns:a16="http://schemas.microsoft.com/office/drawing/2014/main" id="{A075C838-FE29-4448-A47C-1B66D003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814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B–Ch4</a:t>
            </a:r>
          </a:p>
        </p:txBody>
      </p:sp>
      <p:sp>
        <p:nvSpPr>
          <p:cNvPr id="22" name="mrr-box-wh-2">
            <a:extLst xmlns:a="http://schemas.openxmlformats.org/drawingml/2006/main">
              <a:ext uri="{FF2B5EF4-FFF2-40B4-BE49-F238E27FC236}">
                <a16:creationId xmlns:a16="http://schemas.microsoft.com/office/drawing/2014/main" id="{71FC2C43-4251-4BAD-82CC-41C4712C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11" y="4286250"/>
            <a:ext cx="225389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rr-box-capl-2">
            <a:extLst xmlns:a="http://schemas.openxmlformats.org/drawingml/2006/main">
              <a:ext uri="{FF2B5EF4-FFF2-40B4-BE49-F238E27FC236}">
                <a16:creationId xmlns:a16="http://schemas.microsoft.com/office/drawing/2014/main" id="{42071C25-CB52-4BF6-8B11-503E4553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286" y="420052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rr-box-caph-2">
            <a:extLst xmlns:a="http://schemas.openxmlformats.org/drawingml/2006/main">
              <a:ext uri="{FF2B5EF4-FFF2-40B4-BE49-F238E27FC236}">
                <a16:creationId xmlns:a16="http://schemas.microsoft.com/office/drawing/2014/main" id="{73C967C1-AEDF-43ED-835D-0607E6BE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184" y="420052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rr-box-box-2">
            <a:extLst xmlns:a="http://schemas.openxmlformats.org/drawingml/2006/main">
              <a:ext uri="{FF2B5EF4-FFF2-40B4-BE49-F238E27FC236}">
                <a16:creationId xmlns:a16="http://schemas.microsoft.com/office/drawing/2014/main" id="{65D2C9EC-FD9C-4C3C-B32C-BFB3DF0A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591" y="4162425"/>
            <a:ext cx="63866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26" name="mrr-box-med-2">
            <a:extLst xmlns:a="http://schemas.openxmlformats.org/drawingml/2006/main">
              <a:ext uri="{FF2B5EF4-FFF2-40B4-BE49-F238E27FC236}">
                <a16:creationId xmlns:a16="http://schemas.microsoft.com/office/drawing/2014/main" id="{B4C6C21B-877D-4812-9F0D-24757486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562" y="4162425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rr-box-min">
            <a:extLst xmlns:a="http://schemas.openxmlformats.org/drawingml/2006/main">
              <a:ext uri="{FF2B5EF4-FFF2-40B4-BE49-F238E27FC236}">
                <a16:creationId xmlns:a16="http://schemas.microsoft.com/office/drawing/2014/main" id="{7393332B-5C23-413E-AEE7-3AF4271E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01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48</a:t>
            </a:r>
          </a:p>
        </p:txBody>
      </p:sp>
      <p:sp>
        <p:nvSpPr>
          <p:cNvPr id="28" name="mrr-box-max">
            <a:extLst xmlns:a="http://schemas.openxmlformats.org/drawingml/2006/main">
              <a:ext uri="{FF2B5EF4-FFF2-40B4-BE49-F238E27FC236}">
                <a16:creationId xmlns:a16="http://schemas.microsoft.com/office/drawing/2014/main" id="{96B8EC09-136C-4967-95D9-5383051B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8101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167</a:t>
            </a:r>
          </a:p>
        </p:txBody>
      </p:sp>
      <p:sp>
        <p:nvSpPr>
          <p:cNvPr id="29" name="lb-Stage A–Chamber 1-800">
            <a:extLst xmlns:a="http://schemas.openxmlformats.org/drawingml/2006/main">
              <a:ext uri="{FF2B5EF4-FFF2-40B4-BE49-F238E27FC236}">
                <a16:creationId xmlns:a16="http://schemas.microsoft.com/office/drawing/2014/main" id="{AF33B777-B01D-4F51-B482-4A326610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333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lbl-Stage A–Chamber 1-800">
            <a:extLst xmlns:a="http://schemas.openxmlformats.org/drawingml/2006/main">
              <a:ext uri="{FF2B5EF4-FFF2-40B4-BE49-F238E27FC236}">
                <a16:creationId xmlns:a16="http://schemas.microsoft.com/office/drawing/2014/main" id="{AD0A18AD-150D-4071-8876-EC4BE124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335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Stage A–Chamber 1</a:t>
            </a:r>
          </a:p>
        </p:txBody>
      </p:sp>
      <p:sp>
        <p:nvSpPr>
          <p:cNvPr id="31" name="lbv-Stage A–Chamber 1-800">
            <a:extLst xmlns:a="http://schemas.openxmlformats.org/drawingml/2006/main">
              <a:ext uri="{FF2B5EF4-FFF2-40B4-BE49-F238E27FC236}">
                <a16:creationId xmlns:a16="http://schemas.microsoft.com/office/drawing/2014/main" id="{AF45EF96-BD37-4EFF-910A-E9F3BBDC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151.07  (Q1–Q3 148.56–153.64)</a:t>
            </a:r>
          </a:p>
        </p:txBody>
      </p:sp>
      <p:sp>
        <p:nvSpPr>
          <p:cNvPr id="32" name="lb-Stage A–Chamber 4-800">
            <a:extLst xmlns:a="http://schemas.openxmlformats.org/drawingml/2006/main">
              <a:ext uri="{FF2B5EF4-FFF2-40B4-BE49-F238E27FC236}">
                <a16:creationId xmlns:a16="http://schemas.microsoft.com/office/drawing/2014/main" id="{1E4DB94A-2847-41FC-94BB-C845C03B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62225"/>
            <a:ext cx="3333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lbl-Stage A–Chamber 4-800">
            <a:extLst xmlns:a="http://schemas.openxmlformats.org/drawingml/2006/main">
              <a:ext uri="{FF2B5EF4-FFF2-40B4-BE49-F238E27FC236}">
                <a16:creationId xmlns:a16="http://schemas.microsoft.com/office/drawing/2014/main" id="{DF13915D-2D72-4CE5-9575-48D1FB40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3842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Stage A–Chamber 4</a:t>
            </a:r>
          </a:p>
        </p:txBody>
      </p:sp>
      <p:sp>
        <p:nvSpPr>
          <p:cNvPr id="34" name="lbv-Stage A–Chamber 4-800">
            <a:extLst xmlns:a="http://schemas.openxmlformats.org/drawingml/2006/main">
              <a:ext uri="{FF2B5EF4-FFF2-40B4-BE49-F238E27FC236}">
                <a16:creationId xmlns:a16="http://schemas.microsoft.com/office/drawing/2014/main" id="{5A2B22A6-FE73-4D23-BCB8-154419FB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5750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74.12  (Q1–Q3 69.69–77.73)</a:t>
            </a:r>
          </a:p>
        </p:txBody>
      </p:sp>
      <p:sp>
        <p:nvSpPr>
          <p:cNvPr id="35" name="lb-Stage B–Chamber 4-800">
            <a:extLst xmlns:a="http://schemas.openxmlformats.org/drawingml/2006/main">
              <a:ext uri="{FF2B5EF4-FFF2-40B4-BE49-F238E27FC236}">
                <a16:creationId xmlns:a16="http://schemas.microsoft.com/office/drawing/2014/main" id="{EA46FF24-CB1C-4C8E-AD7C-3EF6379D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67100"/>
            <a:ext cx="3333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bl-Stage B–Chamber 4-800">
            <a:extLst xmlns:a="http://schemas.openxmlformats.org/drawingml/2006/main">
              <a:ext uri="{FF2B5EF4-FFF2-40B4-BE49-F238E27FC236}">
                <a16:creationId xmlns:a16="http://schemas.microsoft.com/office/drawing/2014/main" id="{0707B76F-7A62-42F6-8D39-8F93035A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4330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Stage B–Chamber 4</a:t>
            </a:r>
          </a:p>
        </p:txBody>
      </p:sp>
      <p:sp>
        <p:nvSpPr>
          <p:cNvPr id="37" name="lbv-Stage B–Chamber 4-800">
            <a:extLst xmlns:a="http://schemas.openxmlformats.org/drawingml/2006/main">
              <a:ext uri="{FF2B5EF4-FFF2-40B4-BE49-F238E27FC236}">
                <a16:creationId xmlns:a16="http://schemas.microsoft.com/office/drawing/2014/main" id="{7CE37A63-057D-422C-8D84-2EE2FA08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62375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81.51  (Q1–Q3 73.38–86.75)</a:t>
            </a:r>
          </a:p>
        </p:txBody>
      </p:sp>
      <p:sp>
        <p:nvSpPr>
          <p:cNvPr id="38" name="box-rule">
            <a:extLst xmlns:a="http://schemas.openxmlformats.org/drawingml/2006/main">
              <a:ext uri="{FF2B5EF4-FFF2-40B4-BE49-F238E27FC236}">
                <a16:creationId xmlns:a16="http://schemas.microsoft.com/office/drawing/2014/main" id="{341BCDA7-16BE-45B6-A91A-4F5DAF17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52950"/>
            <a:ext cx="333375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r-h">
            <a:extLst xmlns:a="http://schemas.openxmlformats.org/drawingml/2006/main">
              <a:ext uri="{FF2B5EF4-FFF2-40B4-BE49-F238E27FC236}">
                <a16:creationId xmlns:a16="http://schemas.microsoft.com/office/drawing/2014/main" id="{B3347308-974F-4CD7-9F79-F1DC83C1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672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6B4E"/>
                </a:solidFill>
              </a:defRPr>
            </a:pPr>
            <a:r>
              <a:rPr sz="1200" b="1">
                <a:solidFill>
                  <a:srgbClr val="F26B4E"/>
                </a:solidFill>
              </a:rPr>
              <a:t>Box Plot 판독 기준</a:t>
            </a:r>
          </a:p>
        </p:txBody>
      </p:sp>
      <p:sp>
        <p:nvSpPr>
          <p:cNvPr id="40" name="br-t">
            <a:extLst xmlns:a="http://schemas.openxmlformats.org/drawingml/2006/main">
              <a:ext uri="{FF2B5EF4-FFF2-40B4-BE49-F238E27FC236}">
                <a16:creationId xmlns:a16="http://schemas.microsoft.com/office/drawing/2014/main" id="{987066D0-740C-4106-A145-A2DCFAB6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53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B3C"/>
                </a:solidFill>
              </a:defRPr>
            </a:pPr>
            <a:r>
              <a:rPr sz="1125" b="0">
                <a:solidFill>
                  <a:srgbClr val="202B3C"/>
                </a:solidFill>
              </a:rPr>
              <a:t>상자: Q1–Q3 / 선: 중앙값</a:t>
            </a:r>
          </a:p>
          <a:p xmlns:a="http://schemas.openxmlformats.org/drawingml/2006/main">
            <a:pPr algn="l">
              <a:defRPr sz="1125" b="0">
                <a:solidFill>
                  <a:srgbClr val="202B3C"/>
                </a:solidFill>
              </a:defRPr>
            </a:pPr>
            <a:r>
              <a:rPr sz="1125" b="0">
                <a:solidFill>
                  <a:srgbClr val="202B3C"/>
                </a:solidFill>
              </a:rPr>
              <a:t>수염: 1.5×IQR 안의 최솟값·최댓값</a:t>
            </a:r>
          </a:p>
          <a:p xmlns:a="http://schemas.openxmlformats.org/drawingml/2006/main">
            <a:pPr algn="l">
              <a:defRPr sz="1125" b="0">
                <a:solidFill>
                  <a:srgbClr val="202B3C"/>
                </a:solidFill>
              </a:defRPr>
            </a:pPr>
            <a:r>
              <a:rPr sz="1125" b="0">
                <a:solidFill>
                  <a:srgbClr val="202B3C"/>
                </a:solidFill>
              </a:rPr>
              <a:t>수염 밖 점: 이상치 후보</a:t>
            </a:r>
          </a:p>
        </p:txBody>
      </p:sp>
      <p:sp>
        <p:nvSpPr>
          <p:cNvPr id="41" name="footer">
            <a:extLst xmlns:a="http://schemas.openxmlformats.org/drawingml/2006/main">
              <a:ext uri="{FF2B5EF4-FFF2-40B4-BE49-F238E27FC236}">
                <a16:creationId xmlns:a16="http://schemas.microsoft.com/office/drawing/2014/main" id="{557CB4A5-A0C8-49E2-B388-58188F86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Target은 제품 Spec이 아닌 과거 데이터 기반 분석 기준</a:t>
            </a:r>
          </a:p>
        </p:txBody>
      </p:sp>
      <p:sp>
        <p:nvSpPr>
          <p:cNvPr id="42" name="brand">
            <a:extLst xmlns:a="http://schemas.openxmlformats.org/drawingml/2006/main">
              <a:ext uri="{FF2B5EF4-FFF2-40B4-BE49-F238E27FC236}">
                <a16:creationId xmlns:a16="http://schemas.microsoft.com/office/drawing/2014/main" id="{DA457FFF-7254-461F-AF66-30EFDEE2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CMP MRR ANALYSIS</a:t>
            </a:r>
          </a:p>
        </p:txBody>
      </p:sp>
    </p:spTree>
    <p:extLst>
      <p:ext uri="{BB962C8B-B14F-4D97-AF65-F5344CB8AC3E}">
        <p14:creationId xmlns:p14="http://schemas.microsoft.com/office/powerpoint/2010/main" val="15495385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7">
            <a:extLst xmlns:a="http://schemas.openxmlformats.org/drawingml/2006/main">
              <a:ext uri="{FF2B5EF4-FFF2-40B4-BE49-F238E27FC236}">
                <a16:creationId xmlns:a16="http://schemas.microsoft.com/office/drawing/2014/main" id="{246D8B2D-D5B6-49D9-B51F-FF873412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3. Sensor 영향 분석</a:t>
            </a:r>
          </a:p>
        </p:txBody>
      </p:sp>
      <p:sp>
        <p:nvSpPr>
          <p:cNvPr id="2" name="take-7">
            <a:extLst xmlns:a="http://schemas.openxmlformats.org/drawingml/2006/main">
              <a:ext uri="{FF2B5EF4-FFF2-40B4-BE49-F238E27FC236}">
                <a16:creationId xmlns:a16="http://schemas.microsoft.com/office/drawing/2014/main" id="{7FB9383F-AE9F-4816-B894-26EA0E03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4E"/>
                </a:solidFill>
              </a:defRPr>
            </a:pPr>
            <a:r>
              <a:rPr sz="1350" b="1">
                <a:solidFill>
                  <a:srgbClr val="F26B4E"/>
                </a:solidFill>
              </a:rPr>
              <a:t>Stage–Chamber를 고정한 뒤 Sensor와 MRR의 관계를 비교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F83422C3-B776-4CEC-9356-6966519E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88ED8113-2261-4250-9188-9B2E644E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09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07</a:t>
            </a:r>
          </a:p>
        </p:txBody>
      </p:sp>
      <p:sp>
        <p:nvSpPr>
          <p:cNvPr id="5" name="mh-0">
            <a:extLst xmlns:a="http://schemas.openxmlformats.org/drawingml/2006/main">
              <a:ext uri="{FF2B5EF4-FFF2-40B4-BE49-F238E27FC236}">
                <a16:creationId xmlns:a16="http://schemas.microsoft.com/office/drawing/2014/main" id="{B3ABC142-850C-41AD-A0D2-9D23DB1B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독립변수(X)</a:t>
            </a:r>
          </a:p>
        </p:txBody>
      </p:sp>
      <p:sp>
        <p:nvSpPr>
          <p:cNvPr id="6" name="mline-0">
            <a:extLst xmlns:a="http://schemas.openxmlformats.org/drawingml/2006/main">
              <a:ext uri="{FF2B5EF4-FFF2-40B4-BE49-F238E27FC236}">
                <a16:creationId xmlns:a16="http://schemas.microsoft.com/office/drawing/2014/main" id="{DB9CF3ED-745F-462F-B026-5C411214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b-0">
            <a:extLst xmlns:a="http://schemas.openxmlformats.org/drawingml/2006/main">
              <a:ext uri="{FF2B5EF4-FFF2-40B4-BE49-F238E27FC236}">
                <a16:creationId xmlns:a16="http://schemas.microsoft.com/office/drawing/2014/main" id="{8968D6F1-EF34-4B40-AFD1-6556A351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C"/>
                </a:solidFill>
              </a:defRPr>
            </a:pPr>
            <a:r>
              <a:rPr sz="1350" b="0">
                <a:solidFill>
                  <a:srgbClr val="202B3C"/>
                </a:solidFill>
              </a:rPr>
              <a:t>압력·유량·회전수의 평균, 표준편차, 범위</a:t>
            </a:r>
          </a:p>
        </p:txBody>
      </p:sp>
      <p:sp>
        <p:nvSpPr>
          <p:cNvPr id="8" name="mh-1">
            <a:extLst xmlns:a="http://schemas.openxmlformats.org/drawingml/2006/main">
              <a:ext uri="{FF2B5EF4-FFF2-40B4-BE49-F238E27FC236}">
                <a16:creationId xmlns:a16="http://schemas.microsoft.com/office/drawing/2014/main" id="{B1E6D2D6-1DD3-491A-8DB1-1F0407F1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종속변수(Y)</a:t>
            </a:r>
          </a:p>
        </p:txBody>
      </p:sp>
      <p:sp>
        <p:nvSpPr>
          <p:cNvPr id="9" name="mline-1">
            <a:extLst xmlns:a="http://schemas.openxmlformats.org/drawingml/2006/main">
              <a:ext uri="{FF2B5EF4-FFF2-40B4-BE49-F238E27FC236}">
                <a16:creationId xmlns:a16="http://schemas.microsoft.com/office/drawing/2014/main" id="{E4FA41D7-FB65-4B36-ADA1-1BF99715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4312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b-1">
            <a:extLst xmlns:a="http://schemas.openxmlformats.org/drawingml/2006/main">
              <a:ext uri="{FF2B5EF4-FFF2-40B4-BE49-F238E27FC236}">
                <a16:creationId xmlns:a16="http://schemas.microsoft.com/office/drawing/2014/main" id="{97923BE2-9F73-4686-B3D1-410E3858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C"/>
                </a:solidFill>
              </a:defRPr>
            </a:pPr>
            <a:r>
              <a:rPr sz="1350" b="0">
                <a:solidFill>
                  <a:srgbClr val="202B3C"/>
                </a:solidFill>
              </a:rPr>
              <a:t>각 Wafer–Stage의 평균 MRR</a:t>
            </a:r>
          </a:p>
        </p:txBody>
      </p:sp>
      <p:sp>
        <p:nvSpPr>
          <p:cNvPr id="11" name="mh-2">
            <a:extLst xmlns:a="http://schemas.openxmlformats.org/drawingml/2006/main">
              <a:ext uri="{FF2B5EF4-FFF2-40B4-BE49-F238E27FC236}">
                <a16:creationId xmlns:a16="http://schemas.microsoft.com/office/drawing/2014/main" id="{6325B20A-6EB0-4CF8-978F-8B5950D5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62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검증 방법</a:t>
            </a:r>
          </a:p>
        </p:txBody>
      </p:sp>
      <p:sp>
        <p:nvSpPr>
          <p:cNvPr id="12" name="mline-2">
            <a:extLst xmlns:a="http://schemas.openxmlformats.org/drawingml/2006/main">
              <a:ext uri="{FF2B5EF4-FFF2-40B4-BE49-F238E27FC236}">
                <a16:creationId xmlns:a16="http://schemas.microsoft.com/office/drawing/2014/main" id="{B08CC450-C374-43DF-9673-EF0EE493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4312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b-2">
            <a:extLst xmlns:a="http://schemas.openxmlformats.org/drawingml/2006/main">
              <a:ext uri="{FF2B5EF4-FFF2-40B4-BE49-F238E27FC236}">
                <a16:creationId xmlns:a16="http://schemas.microsoft.com/office/drawing/2014/main" id="{C3E74872-FEAC-48C0-9790-F1608001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0030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C"/>
                </a:solidFill>
              </a:defRPr>
            </a:pPr>
            <a:r>
              <a:rPr sz="1350" b="0">
                <a:solidFill>
                  <a:srgbClr val="202B3C"/>
                </a:solidFill>
              </a:rPr>
              <a:t>순열중요도 + MRR 사분위별 Box Plot</a:t>
            </a:r>
          </a:p>
        </p:txBody>
      </p:sp>
      <p:sp>
        <p:nvSpPr>
          <p:cNvPr id="14" name="perm">
            <a:extLst xmlns:a="http://schemas.openxmlformats.org/drawingml/2006/main">
              <a:ext uri="{FF2B5EF4-FFF2-40B4-BE49-F238E27FC236}">
                <a16:creationId xmlns:a16="http://schemas.microsoft.com/office/drawing/2014/main" id="{B8E25EA7-1E54-4AF3-949D-64D6507A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erm-h">
            <a:extLst xmlns:a="http://schemas.openxmlformats.org/drawingml/2006/main">
              <a:ext uri="{FF2B5EF4-FFF2-40B4-BE49-F238E27FC236}">
                <a16:creationId xmlns:a16="http://schemas.microsoft.com/office/drawing/2014/main" id="{6713FF09-D327-47E3-8312-15102122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순열중요성(Permutation Importance)</a:t>
            </a:r>
          </a:p>
        </p:txBody>
      </p:sp>
      <p:sp>
        <p:nvSpPr>
          <p:cNvPr id="16" name="perm-t">
            <a:extLst xmlns:a="http://schemas.openxmlformats.org/drawingml/2006/main">
              <a:ext uri="{FF2B5EF4-FFF2-40B4-BE49-F238E27FC236}">
                <a16:creationId xmlns:a16="http://schemas.microsoft.com/office/drawing/2014/main" id="{38D6DF96-0A22-41AE-B4DC-54EFC6DC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976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C"/>
                </a:solidFill>
              </a:defRPr>
            </a:pPr>
            <a:r>
              <a:rPr sz="1350" b="0">
                <a:solidFill>
                  <a:srgbClr val="202B3C"/>
                </a:solidFill>
              </a:rPr>
              <a:t>한 Sensor 값을 임의로 섞었을 때 예측 성능이 얼마나 악화되는지 측정합니다. 성능 감소가 클수록 모델이 해당 Sensor에 더 의존했다는 뜻입니다.</a:t>
            </a:r>
          </a:p>
        </p:txBody>
      </p:sp>
      <p:sp>
        <p:nvSpPr>
          <p:cNvPr id="17" name="perm-c">
            <a:extLst xmlns:a="http://schemas.openxmlformats.org/drawingml/2006/main">
              <a:ext uri="{FF2B5EF4-FFF2-40B4-BE49-F238E27FC236}">
                <a16:creationId xmlns:a16="http://schemas.microsoft.com/office/drawing/2014/main" id="{5C93C5AE-37B6-4BEA-A1AD-9CF4C6C7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976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3A2F"/>
                </a:solidFill>
              </a:defRPr>
            </a:pPr>
            <a:r>
              <a:rPr sz="1200" b="1">
                <a:solidFill>
                  <a:srgbClr val="B83A2F"/>
                </a:solidFill>
              </a:rPr>
              <a:t>주의: 중요도는 인과관계가 아니며, 상관된 Sensor 사이에서는 중요도가 나뉠 수 있습니다.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7BF77306-4C4D-4DD8-8F4E-655601B5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분석값은 공개 CMP 데이터의 관측 결과이며 장비 Setpoint를 의미하지 않음</a:t>
            </a:r>
          </a:p>
        </p:txBody>
      </p:sp>
      <p:sp>
        <p:nvSpPr>
          <p:cNvPr id="19" name="brand">
            <a:extLst xmlns:a="http://schemas.openxmlformats.org/drawingml/2006/main">
              <a:ext uri="{FF2B5EF4-FFF2-40B4-BE49-F238E27FC236}">
                <a16:creationId xmlns:a16="http://schemas.microsoft.com/office/drawing/2014/main" id="{14163F5A-759F-4614-9D24-21A892A1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CMP MRR ANALYSIS</a:t>
            </a:r>
          </a:p>
        </p:txBody>
      </p:sp>
    </p:spTree>
    <p:extLst>
      <p:ext uri="{BB962C8B-B14F-4D97-AF65-F5344CB8AC3E}">
        <p14:creationId xmlns:p14="http://schemas.microsoft.com/office/powerpoint/2010/main" val="17453967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title-8">
            <a:extLst xmlns:a="http://schemas.openxmlformats.org/drawingml/2006/main">
              <a:ext uri="{FF2B5EF4-FFF2-40B4-BE49-F238E27FC236}">
                <a16:creationId xmlns:a16="http://schemas.microsoft.com/office/drawing/2014/main" id="{107042BC-1350-4B60-8555-7A6FD5AF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3-1. Stage A–Chamber 1</a:t>
            </a:r>
          </a:p>
        </p:txBody>
      </p:sp>
      <p:sp>
        <p:nvSpPr>
          <p:cNvPr id="2" name="take-8">
            <a:extLst xmlns:a="http://schemas.openxmlformats.org/drawingml/2006/main">
              <a:ext uri="{FF2B5EF4-FFF2-40B4-BE49-F238E27FC236}">
                <a16:creationId xmlns:a16="http://schemas.microsoft.com/office/drawing/2014/main" id="{828AE23D-5844-40E7-B2B0-A957D902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4E"/>
                </a:solidFill>
              </a:defRPr>
            </a:pPr>
            <a:r>
              <a:rPr sz="1350" b="1">
                <a:solidFill>
                  <a:srgbClr val="F26B4E"/>
                </a:solidFill>
              </a:rPr>
              <a:t>HEAD_ROTATION의 영향이 가장 크지만 최종 R²가 낮아 해석에 주의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C651280F-F138-4FAC-9BC6-83A5B30F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C7C6B94D-A8A4-4913-A646-4D3BCF6D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09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08</a:t>
            </a:r>
          </a:p>
        </p:txBody>
      </p:sp>
      <p:sp>
        <p:nvSpPr>
          <p:cNvPr id="5" name="box-8-0-frame">
            <a:extLst xmlns:a="http://schemas.openxmlformats.org/drawingml/2006/main">
              <a:ext uri="{FF2B5EF4-FFF2-40B4-BE49-F238E27FC236}">
                <a16:creationId xmlns:a16="http://schemas.microsoft.com/office/drawing/2014/main" id="{73EC3569-D9F3-40F3-AB06-B2E2558D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333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box-8-0-title">
            <a:extLst xmlns:a="http://schemas.openxmlformats.org/drawingml/2006/main">
              <a:ext uri="{FF2B5EF4-FFF2-40B4-BE49-F238E27FC236}">
                <a16:creationId xmlns:a16="http://schemas.microsoft.com/office/drawing/2014/main" id="{EE8EE359-5F62-40E1-9D45-2441EB88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HEAD_ROTATION</a:t>
            </a:r>
          </a:p>
        </p:txBody>
      </p:sp>
      <p:sp>
        <p:nvSpPr>
          <p:cNvPr id="7" name="box-8-0-lab-0">
            <a:extLst xmlns:a="http://schemas.openxmlformats.org/drawingml/2006/main">
              <a:ext uri="{FF2B5EF4-FFF2-40B4-BE49-F238E27FC236}">
                <a16:creationId xmlns:a16="http://schemas.microsoft.com/office/drawing/2014/main" id="{12B75C2A-38D3-4960-A76F-28062734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1220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Q1 낮음</a:t>
            </a:r>
          </a:p>
        </p:txBody>
      </p:sp>
      <p:sp>
        <p:nvSpPr>
          <p:cNvPr id="8" name="box-8-0-wh-0">
            <a:extLst xmlns:a="http://schemas.openxmlformats.org/drawingml/2006/main">
              <a:ext uri="{FF2B5EF4-FFF2-40B4-BE49-F238E27FC236}">
                <a16:creationId xmlns:a16="http://schemas.microsoft.com/office/drawing/2014/main" id="{15596B71-7241-4332-A419-541031C3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227" y="2516981"/>
            <a:ext cx="205710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-8-0-capl-0">
            <a:extLst xmlns:a="http://schemas.openxmlformats.org/drawingml/2006/main">
              <a:ext uri="{FF2B5EF4-FFF2-40B4-BE49-F238E27FC236}">
                <a16:creationId xmlns:a16="http://schemas.microsoft.com/office/drawing/2014/main" id="{6CA64B63-22E6-4A78-ADC7-17C2F34D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702" y="2431256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-8-0-caph-0">
            <a:extLst xmlns:a="http://schemas.openxmlformats.org/drawingml/2006/main">
              <a:ext uri="{FF2B5EF4-FFF2-40B4-BE49-F238E27FC236}">
                <a16:creationId xmlns:a16="http://schemas.microsoft.com/office/drawing/2014/main" id="{5B8E343F-A7C3-4200-BC69-3AE23B63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808" y="2431256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-8-0-box-0">
            <a:extLst xmlns:a="http://schemas.openxmlformats.org/drawingml/2006/main">
              <a:ext uri="{FF2B5EF4-FFF2-40B4-BE49-F238E27FC236}">
                <a16:creationId xmlns:a16="http://schemas.microsoft.com/office/drawing/2014/main" id="{F0267ECD-32FB-49E2-91F1-6BFCA1CE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282" y="2393156"/>
            <a:ext cx="78101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box-8-0-med-0">
            <a:extLst xmlns:a="http://schemas.openxmlformats.org/drawingml/2006/main">
              <a:ext uri="{FF2B5EF4-FFF2-40B4-BE49-F238E27FC236}">
                <a16:creationId xmlns:a16="http://schemas.microsoft.com/office/drawing/2014/main" id="{F13D6789-8137-4AFA-A1C4-821E0ED2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086" y="2393156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-8-0-out-0">
            <a:extLst xmlns:a="http://schemas.openxmlformats.org/drawingml/2006/main">
              <a:ext uri="{FF2B5EF4-FFF2-40B4-BE49-F238E27FC236}">
                <a16:creationId xmlns:a16="http://schemas.microsoft.com/office/drawing/2014/main" id="{DAB186BC-4064-4E25-9C80-0F58BFD1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31256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3A2F"/>
                </a:solidFill>
              </a:defRPr>
            </a:pPr>
            <a:r>
              <a:rPr sz="675" b="1">
                <a:solidFill>
                  <a:srgbClr val="B83A2F"/>
                </a:solidFill>
              </a:rPr>
              <a:t>후보 1</a:t>
            </a:r>
          </a:p>
        </p:txBody>
      </p:sp>
      <p:sp>
        <p:nvSpPr>
          <p:cNvPr id="14" name="box-8-0-lab-1">
            <a:extLst xmlns:a="http://schemas.openxmlformats.org/drawingml/2006/main">
              <a:ext uri="{FF2B5EF4-FFF2-40B4-BE49-F238E27FC236}">
                <a16:creationId xmlns:a16="http://schemas.microsoft.com/office/drawing/2014/main" id="{53E28564-4CB7-4C5E-9D84-7F0D2128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64669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Q2</a:t>
            </a:r>
          </a:p>
        </p:txBody>
      </p:sp>
      <p:sp>
        <p:nvSpPr>
          <p:cNvPr id="15" name="box-8-0-wh-1">
            <a:extLst xmlns:a="http://schemas.openxmlformats.org/drawingml/2006/main">
              <a:ext uri="{FF2B5EF4-FFF2-40B4-BE49-F238E27FC236}">
                <a16:creationId xmlns:a16="http://schemas.microsoft.com/office/drawing/2014/main" id="{5037789E-8ADF-43D9-971C-C2A6488E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17" y="3169444"/>
            <a:ext cx="147177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-8-0-capl-1">
            <a:extLst xmlns:a="http://schemas.openxmlformats.org/drawingml/2006/main">
              <a:ext uri="{FF2B5EF4-FFF2-40B4-BE49-F238E27FC236}">
                <a16:creationId xmlns:a16="http://schemas.microsoft.com/office/drawing/2014/main" id="{6151AC47-B8D3-4BD1-9D0E-A5A60EE6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692" y="3083719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-8-0-caph-1">
            <a:extLst xmlns:a="http://schemas.openxmlformats.org/drawingml/2006/main">
              <a:ext uri="{FF2B5EF4-FFF2-40B4-BE49-F238E27FC236}">
                <a16:creationId xmlns:a16="http://schemas.microsoft.com/office/drawing/2014/main" id="{7017326D-F758-4F9F-B292-A8D6AD49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463" y="3083719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-8-0-box-1">
            <a:extLst xmlns:a="http://schemas.openxmlformats.org/drawingml/2006/main">
              <a:ext uri="{FF2B5EF4-FFF2-40B4-BE49-F238E27FC236}">
                <a16:creationId xmlns:a16="http://schemas.microsoft.com/office/drawing/2014/main" id="{5AD05E54-2C9B-4352-8E0E-1AD46671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477" y="3045619"/>
            <a:ext cx="51594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9" name="box-8-0-med-1">
            <a:extLst xmlns:a="http://schemas.openxmlformats.org/drawingml/2006/main">
              <a:ext uri="{FF2B5EF4-FFF2-40B4-BE49-F238E27FC236}">
                <a16:creationId xmlns:a16="http://schemas.microsoft.com/office/drawing/2014/main" id="{DBF7B08F-4EB2-49BC-9E13-A122C4EF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659" y="3045619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-8-0-out-1">
            <a:extLst xmlns:a="http://schemas.openxmlformats.org/drawingml/2006/main">
              <a:ext uri="{FF2B5EF4-FFF2-40B4-BE49-F238E27FC236}">
                <a16:creationId xmlns:a16="http://schemas.microsoft.com/office/drawing/2014/main" id="{631DDFA4-80EE-4390-8172-7615B3A0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563" y="3083719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3A2F"/>
                </a:solidFill>
              </a:defRPr>
            </a:pPr>
            <a:r>
              <a:rPr sz="675" b="1">
                <a:solidFill>
                  <a:srgbClr val="B83A2F"/>
                </a:solidFill>
              </a:rPr>
              <a:t>후보 4</a:t>
            </a:r>
          </a:p>
        </p:txBody>
      </p:sp>
      <p:sp>
        <p:nvSpPr>
          <p:cNvPr id="21" name="box-8-0-lab-2">
            <a:extLst xmlns:a="http://schemas.openxmlformats.org/drawingml/2006/main">
              <a:ext uri="{FF2B5EF4-FFF2-40B4-BE49-F238E27FC236}">
                <a16:creationId xmlns:a16="http://schemas.microsoft.com/office/drawing/2014/main" id="{2C676B91-7CCB-46AF-9DD7-909EE343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17131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Q3</a:t>
            </a:r>
          </a:p>
        </p:txBody>
      </p:sp>
      <p:sp>
        <p:nvSpPr>
          <p:cNvPr id="22" name="box-8-0-wh-2">
            <a:extLst xmlns:a="http://schemas.openxmlformats.org/drawingml/2006/main">
              <a:ext uri="{FF2B5EF4-FFF2-40B4-BE49-F238E27FC236}">
                <a16:creationId xmlns:a16="http://schemas.microsoft.com/office/drawing/2014/main" id="{02E122AD-E6B3-4344-8F63-8590801A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175" y="3821906"/>
            <a:ext cx="12215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-8-0-capl-2">
            <a:extLst xmlns:a="http://schemas.openxmlformats.org/drawingml/2006/main">
              <a:ext uri="{FF2B5EF4-FFF2-40B4-BE49-F238E27FC236}">
                <a16:creationId xmlns:a16="http://schemas.microsoft.com/office/drawing/2014/main" id="{C8CE0E1D-B4ED-4A15-A52B-D05590EB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650" y="3736181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-8-0-caph-2">
            <a:extLst xmlns:a="http://schemas.openxmlformats.org/drawingml/2006/main">
              <a:ext uri="{FF2B5EF4-FFF2-40B4-BE49-F238E27FC236}">
                <a16:creationId xmlns:a16="http://schemas.microsoft.com/office/drawing/2014/main" id="{017C50DB-89D4-4E4A-A72D-463A6850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7244" y="3736181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-8-0-box-2">
            <a:extLst xmlns:a="http://schemas.openxmlformats.org/drawingml/2006/main">
              <a:ext uri="{FF2B5EF4-FFF2-40B4-BE49-F238E27FC236}">
                <a16:creationId xmlns:a16="http://schemas.microsoft.com/office/drawing/2014/main" id="{3C91EFCA-1102-434C-B03D-29137EB1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908" y="3698081"/>
            <a:ext cx="51591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26" name="box-8-0-med-2">
            <a:extLst xmlns:a="http://schemas.openxmlformats.org/drawingml/2006/main">
              <a:ext uri="{FF2B5EF4-FFF2-40B4-BE49-F238E27FC236}">
                <a16:creationId xmlns:a16="http://schemas.microsoft.com/office/drawing/2014/main" id="{A96E912F-0149-4F24-83C6-57422767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843" y="3698081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-8-0-out-2">
            <a:extLst xmlns:a="http://schemas.openxmlformats.org/drawingml/2006/main">
              <a:ext uri="{FF2B5EF4-FFF2-40B4-BE49-F238E27FC236}">
                <a16:creationId xmlns:a16="http://schemas.microsoft.com/office/drawing/2014/main" id="{A8ED50E8-E572-4AA6-9993-93336207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344" y="3736181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3A2F"/>
                </a:solidFill>
              </a:defRPr>
            </a:pPr>
            <a:r>
              <a:rPr sz="675" b="1">
                <a:solidFill>
                  <a:srgbClr val="B83A2F"/>
                </a:solidFill>
              </a:rPr>
              <a:t>후보 3</a:t>
            </a:r>
          </a:p>
        </p:txBody>
      </p:sp>
      <p:sp>
        <p:nvSpPr>
          <p:cNvPr id="28" name="box-8-0-lab-3">
            <a:extLst xmlns:a="http://schemas.openxmlformats.org/drawingml/2006/main">
              <a:ext uri="{FF2B5EF4-FFF2-40B4-BE49-F238E27FC236}">
                <a16:creationId xmlns:a16="http://schemas.microsoft.com/office/drawing/2014/main" id="{6A8E4ADA-DB45-4B9A-A9E3-2DADED1A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69594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Q4 높음</a:t>
            </a:r>
          </a:p>
        </p:txBody>
      </p:sp>
      <p:sp>
        <p:nvSpPr>
          <p:cNvPr id="29" name="box-8-0-wh-3">
            <a:extLst xmlns:a="http://schemas.openxmlformats.org/drawingml/2006/main">
              <a:ext uri="{FF2B5EF4-FFF2-40B4-BE49-F238E27FC236}">
                <a16:creationId xmlns:a16="http://schemas.microsoft.com/office/drawing/2014/main" id="{52B8CF45-5DB7-46EF-A44B-97B127F6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265" y="4474369"/>
            <a:ext cx="122123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-8-0-capl-3">
            <a:extLst xmlns:a="http://schemas.openxmlformats.org/drawingml/2006/main">
              <a:ext uri="{FF2B5EF4-FFF2-40B4-BE49-F238E27FC236}">
                <a16:creationId xmlns:a16="http://schemas.microsoft.com/office/drawing/2014/main" id="{63B8720F-FF12-48A4-A42E-FA837828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740" y="4388644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-8-0-caph-3">
            <a:extLst xmlns:a="http://schemas.openxmlformats.org/drawingml/2006/main">
              <a:ext uri="{FF2B5EF4-FFF2-40B4-BE49-F238E27FC236}">
                <a16:creationId xmlns:a16="http://schemas.microsoft.com/office/drawing/2014/main" id="{2D6FC48F-2855-4C91-99A5-76BEF021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972" y="4388644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x-8-0-box-3">
            <a:extLst xmlns:a="http://schemas.openxmlformats.org/drawingml/2006/main">
              <a:ext uri="{FF2B5EF4-FFF2-40B4-BE49-F238E27FC236}">
                <a16:creationId xmlns:a16="http://schemas.microsoft.com/office/drawing/2014/main" id="{CB707416-D57A-4FCE-90D3-A95095B9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163" y="4350544"/>
            <a:ext cx="45745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33" name="box-8-0-med-3">
            <a:extLst xmlns:a="http://schemas.openxmlformats.org/drawingml/2006/main">
              <a:ext uri="{FF2B5EF4-FFF2-40B4-BE49-F238E27FC236}">
                <a16:creationId xmlns:a16="http://schemas.microsoft.com/office/drawing/2014/main" id="{578DCAD7-08E9-4C91-AD7A-B43FDA44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993" y="4350544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ox-8-0-out-3">
            <a:extLst xmlns:a="http://schemas.openxmlformats.org/drawingml/2006/main">
              <a:ext uri="{FF2B5EF4-FFF2-40B4-BE49-F238E27FC236}">
                <a16:creationId xmlns:a16="http://schemas.microsoft.com/office/drawing/2014/main" id="{711EBE0D-DFC1-4DD5-A53F-80C50D92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072" y="4388644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3A2F"/>
                </a:solidFill>
              </a:defRPr>
            </a:pPr>
            <a:r>
              <a:rPr sz="675" b="1">
                <a:solidFill>
                  <a:srgbClr val="B83A2F"/>
                </a:solidFill>
              </a:rPr>
              <a:t>후보 4</a:t>
            </a:r>
          </a:p>
        </p:txBody>
      </p:sp>
      <p:sp>
        <p:nvSpPr>
          <p:cNvPr id="35" name="box-8-0-min">
            <a:extLst xmlns:a="http://schemas.openxmlformats.org/drawingml/2006/main">
              <a:ext uri="{FF2B5EF4-FFF2-40B4-BE49-F238E27FC236}">
                <a16:creationId xmlns:a16="http://schemas.microsoft.com/office/drawing/2014/main" id="{9F2B4264-AAF8-456B-8261-9D20B986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157</a:t>
            </a:r>
          </a:p>
        </p:txBody>
      </p:sp>
      <p:sp>
        <p:nvSpPr>
          <p:cNvPr id="36" name="box-8-0-max">
            <a:extLst xmlns:a="http://schemas.openxmlformats.org/drawingml/2006/main">
              <a:ext uri="{FF2B5EF4-FFF2-40B4-BE49-F238E27FC236}">
                <a16:creationId xmlns:a16="http://schemas.microsoft.com/office/drawing/2014/main" id="{F04866BE-3C1F-44B5-B948-A9DB1416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857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164</a:t>
            </a:r>
          </a:p>
        </p:txBody>
      </p:sp>
      <p:sp>
        <p:nvSpPr>
          <p:cNvPr id="37" name="box-8-1-frame">
            <a:extLst xmlns:a="http://schemas.openxmlformats.org/drawingml/2006/main">
              <a:ext uri="{FF2B5EF4-FFF2-40B4-BE49-F238E27FC236}">
                <a16:creationId xmlns:a16="http://schemas.microsoft.com/office/drawing/2014/main" id="{FD7336A2-0523-4731-8567-F0D4B6DB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3333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box-8-1-title">
            <a:extLst xmlns:a="http://schemas.openxmlformats.org/drawingml/2006/main">
              <a:ext uri="{FF2B5EF4-FFF2-40B4-BE49-F238E27FC236}">
                <a16:creationId xmlns:a16="http://schemas.microsoft.com/office/drawing/2014/main" id="{FF08EDF7-453F-4F10-9E47-EDEFEEA3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RETAINER_RING_PRESSURE</a:t>
            </a:r>
          </a:p>
        </p:txBody>
      </p:sp>
      <p:sp>
        <p:nvSpPr>
          <p:cNvPr id="39" name="box-8-1-lab-0">
            <a:extLst xmlns:a="http://schemas.openxmlformats.org/drawingml/2006/main">
              <a:ext uri="{FF2B5EF4-FFF2-40B4-BE49-F238E27FC236}">
                <a16:creationId xmlns:a16="http://schemas.microsoft.com/office/drawing/2014/main" id="{16C63CDD-1A9C-49B5-84B4-0DC3A938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1220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Q1 낮음</a:t>
            </a:r>
          </a:p>
        </p:txBody>
      </p:sp>
      <p:sp>
        <p:nvSpPr>
          <p:cNvPr id="40" name="box-8-1-wh-0">
            <a:extLst xmlns:a="http://schemas.openxmlformats.org/drawingml/2006/main">
              <a:ext uri="{FF2B5EF4-FFF2-40B4-BE49-F238E27FC236}">
                <a16:creationId xmlns:a16="http://schemas.microsoft.com/office/drawing/2014/main" id="{F184A583-FF77-4B72-8B2B-45A2D4B1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6981"/>
            <a:ext cx="224646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ox-8-1-capl-0">
            <a:extLst xmlns:a="http://schemas.openxmlformats.org/drawingml/2006/main">
              <a:ext uri="{FF2B5EF4-FFF2-40B4-BE49-F238E27FC236}">
                <a16:creationId xmlns:a16="http://schemas.microsoft.com/office/drawing/2014/main" id="{957D1B6A-7E74-4027-AF9B-67AE597B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31256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ox-8-1-caph-0">
            <a:extLst xmlns:a="http://schemas.openxmlformats.org/drawingml/2006/main">
              <a:ext uri="{FF2B5EF4-FFF2-40B4-BE49-F238E27FC236}">
                <a16:creationId xmlns:a16="http://schemas.microsoft.com/office/drawing/2014/main" id="{7209CF2C-4209-4B3B-81AC-A611918A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137" y="2431256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ox-8-1-box-0">
            <a:extLst xmlns:a="http://schemas.openxmlformats.org/drawingml/2006/main">
              <a:ext uri="{FF2B5EF4-FFF2-40B4-BE49-F238E27FC236}">
                <a16:creationId xmlns:a16="http://schemas.microsoft.com/office/drawing/2014/main" id="{7BF87CCE-F5FD-47D1-AB12-DA176E6F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93156"/>
            <a:ext cx="109193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44" name="box-8-1-med-0">
            <a:extLst xmlns:a="http://schemas.openxmlformats.org/drawingml/2006/main">
              <a:ext uri="{FF2B5EF4-FFF2-40B4-BE49-F238E27FC236}">
                <a16:creationId xmlns:a16="http://schemas.microsoft.com/office/drawing/2014/main" id="{E6A9315F-B3D6-4712-AC51-A5FEA29A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501" y="2393156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ox-8-1-lab-1">
            <a:extLst xmlns:a="http://schemas.openxmlformats.org/drawingml/2006/main">
              <a:ext uri="{FF2B5EF4-FFF2-40B4-BE49-F238E27FC236}">
                <a16:creationId xmlns:a16="http://schemas.microsoft.com/office/drawing/2014/main" id="{7CEEF14B-5A81-420A-93B8-5D4B81B0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64669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Q2</a:t>
            </a:r>
          </a:p>
        </p:txBody>
      </p:sp>
      <p:sp>
        <p:nvSpPr>
          <p:cNvPr id="46" name="box-8-1-wh-1">
            <a:extLst xmlns:a="http://schemas.openxmlformats.org/drawingml/2006/main">
              <a:ext uri="{FF2B5EF4-FFF2-40B4-BE49-F238E27FC236}">
                <a16:creationId xmlns:a16="http://schemas.microsoft.com/office/drawing/2014/main" id="{830972E4-202A-45D4-B3DD-A8F073CD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69444"/>
            <a:ext cx="198796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ox-8-1-capl-1">
            <a:extLst xmlns:a="http://schemas.openxmlformats.org/drawingml/2006/main">
              <a:ext uri="{FF2B5EF4-FFF2-40B4-BE49-F238E27FC236}">
                <a16:creationId xmlns:a16="http://schemas.microsoft.com/office/drawing/2014/main" id="{0C7F6E8A-53DF-4E83-A11F-B36B9385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83719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ox-8-1-caph-1">
            <a:extLst xmlns:a="http://schemas.openxmlformats.org/drawingml/2006/main">
              <a:ext uri="{FF2B5EF4-FFF2-40B4-BE49-F238E27FC236}">
                <a16:creationId xmlns:a16="http://schemas.microsoft.com/office/drawing/2014/main" id="{A7C4D08B-988F-49DB-BA0F-68532C87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638" y="3083719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ox-8-1-box-1">
            <a:extLst xmlns:a="http://schemas.openxmlformats.org/drawingml/2006/main">
              <a:ext uri="{FF2B5EF4-FFF2-40B4-BE49-F238E27FC236}">
                <a16:creationId xmlns:a16="http://schemas.microsoft.com/office/drawing/2014/main" id="{967F650A-BA33-4DBA-BAA9-84369736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45619"/>
            <a:ext cx="85811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50" name="box-8-1-med-1">
            <a:extLst xmlns:a="http://schemas.openxmlformats.org/drawingml/2006/main">
              <a:ext uri="{FF2B5EF4-FFF2-40B4-BE49-F238E27FC236}">
                <a16:creationId xmlns:a16="http://schemas.microsoft.com/office/drawing/2014/main" id="{6FD78949-27BB-410D-BC77-388426E7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45619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ox-8-1-lab-2">
            <a:extLst xmlns:a="http://schemas.openxmlformats.org/drawingml/2006/main">
              <a:ext uri="{FF2B5EF4-FFF2-40B4-BE49-F238E27FC236}">
                <a16:creationId xmlns:a16="http://schemas.microsoft.com/office/drawing/2014/main" id="{D4245424-5A8A-4523-BC99-A767CB32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17131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Q3</a:t>
            </a:r>
          </a:p>
        </p:txBody>
      </p:sp>
      <p:sp>
        <p:nvSpPr>
          <p:cNvPr id="52" name="box-8-1-wh-2">
            <a:extLst xmlns:a="http://schemas.openxmlformats.org/drawingml/2006/main">
              <a:ext uri="{FF2B5EF4-FFF2-40B4-BE49-F238E27FC236}">
                <a16:creationId xmlns:a16="http://schemas.microsoft.com/office/drawing/2014/main" id="{6760C316-8F3C-489E-9300-BFA8CCD5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21906"/>
            <a:ext cx="219751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ox-8-1-capl-2">
            <a:extLst xmlns:a="http://schemas.openxmlformats.org/drawingml/2006/main">
              <a:ext uri="{FF2B5EF4-FFF2-40B4-BE49-F238E27FC236}">
                <a16:creationId xmlns:a16="http://schemas.microsoft.com/office/drawing/2014/main" id="{7E543229-F25A-4921-A7DC-17B27DD2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736181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ox-8-1-caph-2">
            <a:extLst xmlns:a="http://schemas.openxmlformats.org/drawingml/2006/main">
              <a:ext uri="{FF2B5EF4-FFF2-40B4-BE49-F238E27FC236}">
                <a16:creationId xmlns:a16="http://schemas.microsoft.com/office/drawing/2014/main" id="{9024A70B-756D-4D93-B8D5-DCDFF858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7191" y="3736181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ox-8-1-box-2">
            <a:extLst xmlns:a="http://schemas.openxmlformats.org/drawingml/2006/main">
              <a:ext uri="{FF2B5EF4-FFF2-40B4-BE49-F238E27FC236}">
                <a16:creationId xmlns:a16="http://schemas.microsoft.com/office/drawing/2014/main" id="{B6916E95-10CF-4A04-902D-7D00808E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98081"/>
            <a:ext cx="138154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56" name="box-8-1-med-2">
            <a:extLst xmlns:a="http://schemas.openxmlformats.org/drawingml/2006/main">
              <a:ext uri="{FF2B5EF4-FFF2-40B4-BE49-F238E27FC236}">
                <a16:creationId xmlns:a16="http://schemas.microsoft.com/office/drawing/2014/main" id="{783F41B3-29C1-4F09-80DE-83885BE2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698081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ox-8-1-lab-3">
            <a:extLst xmlns:a="http://schemas.openxmlformats.org/drawingml/2006/main">
              <a:ext uri="{FF2B5EF4-FFF2-40B4-BE49-F238E27FC236}">
                <a16:creationId xmlns:a16="http://schemas.microsoft.com/office/drawing/2014/main" id="{C6620515-EBEA-471D-ACFB-172EBA7C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369594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Q4 높음</a:t>
            </a:r>
          </a:p>
        </p:txBody>
      </p:sp>
      <p:sp>
        <p:nvSpPr>
          <p:cNvPr id="58" name="box-8-1-wh-3">
            <a:extLst xmlns:a="http://schemas.openxmlformats.org/drawingml/2006/main">
              <a:ext uri="{FF2B5EF4-FFF2-40B4-BE49-F238E27FC236}">
                <a16:creationId xmlns:a16="http://schemas.microsoft.com/office/drawing/2014/main" id="{40D8C61E-2F33-4780-BC79-6D27A03A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74369"/>
            <a:ext cx="179689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ox-8-1-capl-3">
            <a:extLst xmlns:a="http://schemas.openxmlformats.org/drawingml/2006/main">
              <a:ext uri="{FF2B5EF4-FFF2-40B4-BE49-F238E27FC236}">
                <a16:creationId xmlns:a16="http://schemas.microsoft.com/office/drawing/2014/main" id="{84BD3BEA-3FFD-4081-AF9B-14D38E99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388644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ox-8-1-caph-3">
            <a:extLst xmlns:a="http://schemas.openxmlformats.org/drawingml/2006/main">
              <a:ext uri="{FF2B5EF4-FFF2-40B4-BE49-F238E27FC236}">
                <a16:creationId xmlns:a16="http://schemas.microsoft.com/office/drawing/2014/main" id="{07A87780-6F47-4D5A-B9B5-D7A0CEDF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570" y="4388644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ox-8-1-box-3">
            <a:extLst xmlns:a="http://schemas.openxmlformats.org/drawingml/2006/main">
              <a:ext uri="{FF2B5EF4-FFF2-40B4-BE49-F238E27FC236}">
                <a16:creationId xmlns:a16="http://schemas.microsoft.com/office/drawing/2014/main" id="{F74D3951-3027-47CE-B62F-BAC7983E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50544"/>
            <a:ext cx="72900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62" name="box-8-1-med-3">
            <a:extLst xmlns:a="http://schemas.openxmlformats.org/drawingml/2006/main">
              <a:ext uri="{FF2B5EF4-FFF2-40B4-BE49-F238E27FC236}">
                <a16:creationId xmlns:a16="http://schemas.microsoft.com/office/drawing/2014/main" id="{90ED2395-CBA4-4FC5-88E2-37DE97E9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350544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ox-8-1-out-3">
            <a:extLst xmlns:a="http://schemas.openxmlformats.org/drawingml/2006/main">
              <a:ext uri="{FF2B5EF4-FFF2-40B4-BE49-F238E27FC236}">
                <a16:creationId xmlns:a16="http://schemas.microsoft.com/office/drawing/2014/main" id="{CB73BC1F-CFF2-406E-8166-99B38DE0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670" y="4388644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3A2F"/>
                </a:solidFill>
              </a:defRPr>
            </a:pPr>
            <a:r>
              <a:rPr sz="675" b="1">
                <a:solidFill>
                  <a:srgbClr val="B83A2F"/>
                </a:solidFill>
              </a:rPr>
              <a:t>후보 7</a:t>
            </a:r>
          </a:p>
        </p:txBody>
      </p:sp>
      <p:sp>
        <p:nvSpPr>
          <p:cNvPr id="64" name="box-8-1-min">
            <a:extLst xmlns:a="http://schemas.openxmlformats.org/drawingml/2006/main">
              <a:ext uri="{FF2B5EF4-FFF2-40B4-BE49-F238E27FC236}">
                <a16:creationId xmlns:a16="http://schemas.microsoft.com/office/drawing/2014/main" id="{75CD27E1-A091-455C-AEE6-2BB9D615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57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0</a:t>
            </a:r>
          </a:p>
        </p:txBody>
      </p:sp>
      <p:sp>
        <p:nvSpPr>
          <p:cNvPr id="65" name="box-8-1-max">
            <a:extLst xmlns:a="http://schemas.openxmlformats.org/drawingml/2006/main">
              <a:ext uri="{FF2B5EF4-FFF2-40B4-BE49-F238E27FC236}">
                <a16:creationId xmlns:a16="http://schemas.microsoft.com/office/drawing/2014/main" id="{64EA9C30-FAA2-41B0-97B1-C9C315EE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57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2093</a:t>
            </a:r>
          </a:p>
        </p:txBody>
      </p:sp>
      <p:sp>
        <p:nvSpPr>
          <p:cNvPr id="66" name="box-8-2-frame">
            <a:extLst xmlns:a="http://schemas.openxmlformats.org/drawingml/2006/main">
              <a:ext uri="{FF2B5EF4-FFF2-40B4-BE49-F238E27FC236}">
                <a16:creationId xmlns:a16="http://schemas.microsoft.com/office/drawing/2014/main" id="{AF76FD93-9CD4-4950-8127-146AA4CA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52625"/>
            <a:ext cx="3333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7" name="box-8-2-title">
            <a:extLst xmlns:a="http://schemas.openxmlformats.org/drawingml/2006/main">
              <a:ext uri="{FF2B5EF4-FFF2-40B4-BE49-F238E27FC236}">
                <a16:creationId xmlns:a16="http://schemas.microsoft.com/office/drawing/2014/main" id="{6A6A062B-97DA-42EE-9104-DFA6B58E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764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CENTER_AIR_BAG_PRESSURE</a:t>
            </a:r>
          </a:p>
        </p:txBody>
      </p:sp>
      <p:sp>
        <p:nvSpPr>
          <p:cNvPr id="68" name="box-8-2-lab-0">
            <a:extLst xmlns:a="http://schemas.openxmlformats.org/drawingml/2006/main">
              <a:ext uri="{FF2B5EF4-FFF2-40B4-BE49-F238E27FC236}">
                <a16:creationId xmlns:a16="http://schemas.microsoft.com/office/drawing/2014/main" id="{B3AF4471-7055-46FD-BE0D-D9DC5525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1220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Q1 낮음</a:t>
            </a:r>
          </a:p>
        </p:txBody>
      </p:sp>
      <p:sp>
        <p:nvSpPr>
          <p:cNvPr id="69" name="box-8-2-wh-0">
            <a:extLst xmlns:a="http://schemas.openxmlformats.org/drawingml/2006/main">
              <a:ext uri="{FF2B5EF4-FFF2-40B4-BE49-F238E27FC236}">
                <a16:creationId xmlns:a16="http://schemas.microsoft.com/office/drawing/2014/main" id="{1CAA0882-4FED-4FB8-9606-78C5C16F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16981"/>
            <a:ext cx="170656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ox-8-2-capl-0">
            <a:extLst xmlns:a="http://schemas.openxmlformats.org/drawingml/2006/main">
              <a:ext uri="{FF2B5EF4-FFF2-40B4-BE49-F238E27FC236}">
                <a16:creationId xmlns:a16="http://schemas.microsoft.com/office/drawing/2014/main" id="{69A62509-AF23-4592-A9C6-3D6643C2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31256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ox-8-2-caph-0">
            <a:extLst xmlns:a="http://schemas.openxmlformats.org/drawingml/2006/main">
              <a:ext uri="{FF2B5EF4-FFF2-40B4-BE49-F238E27FC236}">
                <a16:creationId xmlns:a16="http://schemas.microsoft.com/office/drawing/2014/main" id="{BD06E6EF-B460-4AAB-91E5-319A80DC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94" y="2431256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ox-8-2-box-0">
            <a:extLst xmlns:a="http://schemas.openxmlformats.org/drawingml/2006/main">
              <a:ext uri="{FF2B5EF4-FFF2-40B4-BE49-F238E27FC236}">
                <a16:creationId xmlns:a16="http://schemas.microsoft.com/office/drawing/2014/main" id="{B1B64027-9CCC-4B4A-AD84-2DA9862C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93156"/>
            <a:ext cx="77388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73" name="box-8-2-med-0">
            <a:extLst xmlns:a="http://schemas.openxmlformats.org/drawingml/2006/main">
              <a:ext uri="{FF2B5EF4-FFF2-40B4-BE49-F238E27FC236}">
                <a16:creationId xmlns:a16="http://schemas.microsoft.com/office/drawing/2014/main" id="{29A06DD1-334D-49CB-911B-24E6BCA1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372" y="2393156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ox-8-2-out-0">
            <a:extLst xmlns:a="http://schemas.openxmlformats.org/drawingml/2006/main">
              <a:ext uri="{FF2B5EF4-FFF2-40B4-BE49-F238E27FC236}">
                <a16:creationId xmlns:a16="http://schemas.microsoft.com/office/drawing/2014/main" id="{5652B1B6-B5C3-4D37-997F-67A6D198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894" y="2431256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3A2F"/>
                </a:solidFill>
              </a:defRPr>
            </a:pPr>
            <a:r>
              <a:rPr sz="675" b="1">
                <a:solidFill>
                  <a:srgbClr val="B83A2F"/>
                </a:solidFill>
              </a:rPr>
              <a:t>후보 1</a:t>
            </a:r>
          </a:p>
        </p:txBody>
      </p:sp>
      <p:sp>
        <p:nvSpPr>
          <p:cNvPr id="75" name="box-8-2-lab-1">
            <a:extLst xmlns:a="http://schemas.openxmlformats.org/drawingml/2006/main">
              <a:ext uri="{FF2B5EF4-FFF2-40B4-BE49-F238E27FC236}">
                <a16:creationId xmlns:a16="http://schemas.microsoft.com/office/drawing/2014/main" id="{F77E4F14-3208-48BC-89B5-B3BE0705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64669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Q2</a:t>
            </a:r>
          </a:p>
        </p:txBody>
      </p:sp>
      <p:sp>
        <p:nvSpPr>
          <p:cNvPr id="76" name="box-8-2-wh-1">
            <a:extLst xmlns:a="http://schemas.openxmlformats.org/drawingml/2006/main">
              <a:ext uri="{FF2B5EF4-FFF2-40B4-BE49-F238E27FC236}">
                <a16:creationId xmlns:a16="http://schemas.microsoft.com/office/drawing/2014/main" id="{2D6E1CEC-475F-4F2C-BE1F-5D6EB2F6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9444"/>
            <a:ext cx="147164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box-8-2-capl-1">
            <a:extLst xmlns:a="http://schemas.openxmlformats.org/drawingml/2006/main">
              <a:ext uri="{FF2B5EF4-FFF2-40B4-BE49-F238E27FC236}">
                <a16:creationId xmlns:a16="http://schemas.microsoft.com/office/drawing/2014/main" id="{92E0CBD1-5472-4FB5-B789-D557D9E0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83719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box-8-2-caph-1">
            <a:extLst xmlns:a="http://schemas.openxmlformats.org/drawingml/2006/main">
              <a:ext uri="{FF2B5EF4-FFF2-40B4-BE49-F238E27FC236}">
                <a16:creationId xmlns:a16="http://schemas.microsoft.com/office/drawing/2014/main" id="{575547A8-0D8A-4702-8778-25ADC76F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871" y="3083719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box-8-2-box-1">
            <a:extLst xmlns:a="http://schemas.openxmlformats.org/drawingml/2006/main">
              <a:ext uri="{FF2B5EF4-FFF2-40B4-BE49-F238E27FC236}">
                <a16:creationId xmlns:a16="http://schemas.microsoft.com/office/drawing/2014/main" id="{5E19E17A-C329-440A-9C5D-EE232E2E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5619"/>
            <a:ext cx="61259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0" name="box-8-2-med-1">
            <a:extLst xmlns:a="http://schemas.openxmlformats.org/drawingml/2006/main">
              <a:ext uri="{FF2B5EF4-FFF2-40B4-BE49-F238E27FC236}">
                <a16:creationId xmlns:a16="http://schemas.microsoft.com/office/drawing/2014/main" id="{B2FA9578-8AA4-486C-90B7-E537BA1F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45619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box-8-2-out-1">
            <a:extLst xmlns:a="http://schemas.openxmlformats.org/drawingml/2006/main">
              <a:ext uri="{FF2B5EF4-FFF2-40B4-BE49-F238E27FC236}">
                <a16:creationId xmlns:a16="http://schemas.microsoft.com/office/drawing/2014/main" id="{529D3952-B00F-4DF3-8478-181D642A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7971" y="3083719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3A2F"/>
                </a:solidFill>
              </a:defRPr>
            </a:pPr>
            <a:r>
              <a:rPr sz="675" b="1">
                <a:solidFill>
                  <a:srgbClr val="B83A2F"/>
                </a:solidFill>
              </a:rPr>
              <a:t>후보 6</a:t>
            </a:r>
          </a:p>
        </p:txBody>
      </p:sp>
      <p:sp>
        <p:nvSpPr>
          <p:cNvPr id="82" name="box-8-2-lab-2">
            <a:extLst xmlns:a="http://schemas.openxmlformats.org/drawingml/2006/main">
              <a:ext uri="{FF2B5EF4-FFF2-40B4-BE49-F238E27FC236}">
                <a16:creationId xmlns:a16="http://schemas.microsoft.com/office/drawing/2014/main" id="{9A6A1CEC-35F8-47F7-9D27-44F184A6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7131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Q3</a:t>
            </a:r>
          </a:p>
        </p:txBody>
      </p:sp>
      <p:sp>
        <p:nvSpPr>
          <p:cNvPr id="83" name="box-8-2-wh-2">
            <a:extLst xmlns:a="http://schemas.openxmlformats.org/drawingml/2006/main">
              <a:ext uri="{FF2B5EF4-FFF2-40B4-BE49-F238E27FC236}">
                <a16:creationId xmlns:a16="http://schemas.microsoft.com/office/drawing/2014/main" id="{D30D5132-206A-49CD-B7A2-2D254A41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21906"/>
            <a:ext cx="224646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box-8-2-capl-2">
            <a:extLst xmlns:a="http://schemas.openxmlformats.org/drawingml/2006/main">
              <a:ext uri="{FF2B5EF4-FFF2-40B4-BE49-F238E27FC236}">
                <a16:creationId xmlns:a16="http://schemas.microsoft.com/office/drawing/2014/main" id="{223C27E8-7D61-4B4F-B803-DBC93993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736181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box-8-2-caph-2">
            <a:extLst xmlns:a="http://schemas.openxmlformats.org/drawingml/2006/main">
              <a:ext uri="{FF2B5EF4-FFF2-40B4-BE49-F238E27FC236}">
                <a16:creationId xmlns:a16="http://schemas.microsoft.com/office/drawing/2014/main" id="{A5E2E692-559B-4338-B1A8-A616EE86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687" y="3736181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box-8-2-box-2">
            <a:extLst xmlns:a="http://schemas.openxmlformats.org/drawingml/2006/main">
              <a:ext uri="{FF2B5EF4-FFF2-40B4-BE49-F238E27FC236}">
                <a16:creationId xmlns:a16="http://schemas.microsoft.com/office/drawing/2014/main" id="{CBE527D9-AF90-4329-A72F-CFC261D9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98081"/>
            <a:ext cx="93324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7" name="box-8-2-med-2">
            <a:extLst xmlns:a="http://schemas.openxmlformats.org/drawingml/2006/main">
              <a:ext uri="{FF2B5EF4-FFF2-40B4-BE49-F238E27FC236}">
                <a16:creationId xmlns:a16="http://schemas.microsoft.com/office/drawing/2014/main" id="{F0C8061E-BB5F-46D4-AFA9-44AE3801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698081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box-8-2-lab-3">
            <a:extLst xmlns:a="http://schemas.openxmlformats.org/drawingml/2006/main">
              <a:ext uri="{FF2B5EF4-FFF2-40B4-BE49-F238E27FC236}">
                <a16:creationId xmlns:a16="http://schemas.microsoft.com/office/drawing/2014/main" id="{78848EF7-3691-4D78-9B20-10211882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69594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Q4 높음</a:t>
            </a:r>
          </a:p>
        </p:txBody>
      </p:sp>
      <p:sp>
        <p:nvSpPr>
          <p:cNvPr id="89" name="box-8-2-wh-3">
            <a:extLst xmlns:a="http://schemas.openxmlformats.org/drawingml/2006/main">
              <a:ext uri="{FF2B5EF4-FFF2-40B4-BE49-F238E27FC236}">
                <a16:creationId xmlns:a16="http://schemas.microsoft.com/office/drawing/2014/main" id="{D347E04F-0B2F-4FA9-A5E1-53F50E52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74369"/>
            <a:ext cx="102259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box-8-2-capl-3">
            <a:extLst xmlns:a="http://schemas.openxmlformats.org/drawingml/2006/main">
              <a:ext uri="{FF2B5EF4-FFF2-40B4-BE49-F238E27FC236}">
                <a16:creationId xmlns:a16="http://schemas.microsoft.com/office/drawing/2014/main" id="{3E7196E3-F634-47E4-8C9A-0962F81C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388644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box-8-2-caph-3">
            <a:extLst xmlns:a="http://schemas.openxmlformats.org/drawingml/2006/main">
              <a:ext uri="{FF2B5EF4-FFF2-40B4-BE49-F238E27FC236}">
                <a16:creationId xmlns:a16="http://schemas.microsoft.com/office/drawing/2014/main" id="{C2F0E1F4-35D8-47EA-9784-D91D00B0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817" y="4388644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box-8-2-box-3">
            <a:extLst xmlns:a="http://schemas.openxmlformats.org/drawingml/2006/main">
              <a:ext uri="{FF2B5EF4-FFF2-40B4-BE49-F238E27FC236}">
                <a16:creationId xmlns:a16="http://schemas.microsoft.com/office/drawing/2014/main" id="{F1380C39-F4F8-4E4C-9F52-47278128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50544"/>
            <a:ext cx="44280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3" name="box-8-2-med-3">
            <a:extLst xmlns:a="http://schemas.openxmlformats.org/drawingml/2006/main">
              <a:ext uri="{FF2B5EF4-FFF2-40B4-BE49-F238E27FC236}">
                <a16:creationId xmlns:a16="http://schemas.microsoft.com/office/drawing/2014/main" id="{8BE319F9-2569-47B4-B095-C12289DB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350544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box-8-2-out-3">
            <a:extLst xmlns:a="http://schemas.openxmlformats.org/drawingml/2006/main">
              <a:ext uri="{FF2B5EF4-FFF2-40B4-BE49-F238E27FC236}">
                <a16:creationId xmlns:a16="http://schemas.microsoft.com/office/drawing/2014/main" id="{92DEF1ED-59E6-4C60-BC79-027BADEC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917" y="4388644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3A2F"/>
                </a:solidFill>
              </a:defRPr>
            </a:pPr>
            <a:r>
              <a:rPr sz="675" b="1">
                <a:solidFill>
                  <a:srgbClr val="B83A2F"/>
                </a:solidFill>
              </a:rPr>
              <a:t>후보 12</a:t>
            </a:r>
          </a:p>
        </p:txBody>
      </p:sp>
      <p:sp>
        <p:nvSpPr>
          <p:cNvPr id="95" name="box-8-2-min">
            <a:extLst xmlns:a="http://schemas.openxmlformats.org/drawingml/2006/main">
              <a:ext uri="{FF2B5EF4-FFF2-40B4-BE49-F238E27FC236}">
                <a16:creationId xmlns:a16="http://schemas.microsoft.com/office/drawing/2014/main" id="{26B84AE5-4BE3-47B3-8F29-41982B6F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57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0</a:t>
            </a:r>
          </a:p>
        </p:txBody>
      </p:sp>
      <p:sp>
        <p:nvSpPr>
          <p:cNvPr id="96" name="box-8-2-max">
            <a:extLst xmlns:a="http://schemas.openxmlformats.org/drawingml/2006/main">
              <a:ext uri="{FF2B5EF4-FFF2-40B4-BE49-F238E27FC236}">
                <a16:creationId xmlns:a16="http://schemas.microsoft.com/office/drawing/2014/main" id="{04AFAC8E-97EB-440C-AF0B-37A4A9D0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857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93</a:t>
            </a:r>
          </a:p>
        </p:txBody>
      </p:sp>
      <p:sp>
        <p:nvSpPr>
          <p:cNvPr id="97" name="quart-8">
            <a:extLst xmlns:a="http://schemas.openxmlformats.org/drawingml/2006/main">
              <a:ext uri="{FF2B5EF4-FFF2-40B4-BE49-F238E27FC236}">
                <a16:creationId xmlns:a16="http://schemas.microsoft.com/office/drawing/2014/main" id="{2240CC4D-56A3-4661-A0F7-CF7AAEED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386"/>
                </a:solidFill>
              </a:defRPr>
            </a:pPr>
            <a:r>
              <a:rPr sz="1125" b="1">
                <a:solidFill>
                  <a:srgbClr val="657386"/>
                </a:solidFill>
              </a:rPr>
              <a:t>MRR 그룹: Q1 낮음 → Q4 높음</a:t>
            </a:r>
          </a:p>
        </p:txBody>
      </p:sp>
      <p:sp>
        <p:nvSpPr>
          <p:cNvPr id="98" name="cond-8">
            <a:extLst xmlns:a="http://schemas.openxmlformats.org/drawingml/2006/main">
              <a:ext uri="{FF2B5EF4-FFF2-40B4-BE49-F238E27FC236}">
                <a16:creationId xmlns:a16="http://schemas.microsoft.com/office/drawing/2014/main" id="{70A7FF98-0BA7-4BAD-8169-79F6F894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108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condt-8">
            <a:extLst xmlns:a="http://schemas.openxmlformats.org/drawingml/2006/main">
              <a:ext uri="{FF2B5EF4-FFF2-40B4-BE49-F238E27FC236}">
                <a16:creationId xmlns:a16="http://schemas.microsoft.com/office/drawing/2014/main" id="{C758CD6F-2399-4BE1-8D45-E64A97BC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3A2F"/>
                </a:solidFill>
              </a:defRPr>
            </a:pPr>
            <a:r>
              <a:rPr sz="1200" b="1">
                <a:solidFill>
                  <a:srgbClr val="B83A2F"/>
                </a:solidFill>
              </a:rPr>
              <a:t>압력 평균값에 0이 많이 포함되어 단순 평균 범위만으로 운전 조건을 정하기 어렵습니다. A–Ch1은 HEAD_ROTATION을 우선 검토하되 추가 데이터가 필요합니다.</a:t>
            </a:r>
          </a:p>
        </p:txBody>
      </p:sp>
      <p:sp>
        <p:nvSpPr>
          <p:cNvPr id="100" name="footer">
            <a:extLst xmlns:a="http://schemas.openxmlformats.org/drawingml/2006/main">
              <a:ext uri="{FF2B5EF4-FFF2-40B4-BE49-F238E27FC236}">
                <a16:creationId xmlns:a16="http://schemas.microsoft.com/office/drawing/2014/main" id="{108C63F4-B4FC-48F8-B9EB-18C01F4D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분석값은 공개 CMP 데이터의 관측 결과이며 장비 Setpoint를 의미하지 않음</a:t>
            </a:r>
          </a:p>
        </p:txBody>
      </p:sp>
      <p:sp>
        <p:nvSpPr>
          <p:cNvPr id="101" name="brand">
            <a:extLst xmlns:a="http://schemas.openxmlformats.org/drawingml/2006/main">
              <a:ext uri="{FF2B5EF4-FFF2-40B4-BE49-F238E27FC236}">
                <a16:creationId xmlns:a16="http://schemas.microsoft.com/office/drawing/2014/main" id="{0A3DE2D9-C8C2-4FCF-B40C-750342EE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CMP MRR ANALYSIS</a:t>
            </a:r>
          </a:p>
        </p:txBody>
      </p:sp>
    </p:spTree>
    <p:extLst>
      <p:ext uri="{BB962C8B-B14F-4D97-AF65-F5344CB8AC3E}">
        <p14:creationId xmlns:p14="http://schemas.microsoft.com/office/powerpoint/2010/main" val="2402077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title-9">
            <a:extLst xmlns:a="http://schemas.openxmlformats.org/drawingml/2006/main">
              <a:ext uri="{FF2B5EF4-FFF2-40B4-BE49-F238E27FC236}">
                <a16:creationId xmlns:a16="http://schemas.microsoft.com/office/drawing/2014/main" id="{D5295C19-237F-448A-8351-53BFA97F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3-2. Stage A–Chamber 4</a:t>
            </a:r>
          </a:p>
        </p:txBody>
      </p:sp>
      <p:sp>
        <p:nvSpPr>
          <p:cNvPr id="2" name="take-9">
            <a:extLst xmlns:a="http://schemas.openxmlformats.org/drawingml/2006/main">
              <a:ext uri="{FF2B5EF4-FFF2-40B4-BE49-F238E27FC236}">
                <a16:creationId xmlns:a16="http://schemas.microsoft.com/office/drawing/2014/main" id="{1756EF55-DB68-4765-947F-D836F54E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4E"/>
                </a:solidFill>
              </a:defRPr>
            </a:pPr>
            <a:r>
              <a:rPr sz="1350" b="1">
                <a:solidFill>
                  <a:srgbClr val="F26B4E"/>
                </a:solidFill>
              </a:rPr>
              <a:t>공기압과 Slurry 유량이 MRR 차이를 설명하는 주요 변수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5E341C60-C9D1-4C1B-B3CE-22E962B6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5BB7DE33-6619-4BB3-8839-EA63983A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09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09</a:t>
            </a:r>
          </a:p>
        </p:txBody>
      </p:sp>
      <p:sp>
        <p:nvSpPr>
          <p:cNvPr id="5" name="box-9-0-frame">
            <a:extLst xmlns:a="http://schemas.openxmlformats.org/drawingml/2006/main">
              <a:ext uri="{FF2B5EF4-FFF2-40B4-BE49-F238E27FC236}">
                <a16:creationId xmlns:a16="http://schemas.microsoft.com/office/drawing/2014/main" id="{797A80DB-D30E-47F1-890B-6AEE47A9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333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box-9-0-title">
            <a:extLst xmlns:a="http://schemas.openxmlformats.org/drawingml/2006/main">
              <a:ext uri="{FF2B5EF4-FFF2-40B4-BE49-F238E27FC236}">
                <a16:creationId xmlns:a16="http://schemas.microsoft.com/office/drawing/2014/main" id="{44175C8C-0335-4E9A-ADFE-1746C095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EDGE_AIR_BAG_PRESSURE</a:t>
            </a:r>
          </a:p>
        </p:txBody>
      </p:sp>
      <p:sp>
        <p:nvSpPr>
          <p:cNvPr id="7" name="box-9-0-lab-0">
            <a:extLst xmlns:a="http://schemas.openxmlformats.org/drawingml/2006/main">
              <a:ext uri="{FF2B5EF4-FFF2-40B4-BE49-F238E27FC236}">
                <a16:creationId xmlns:a16="http://schemas.microsoft.com/office/drawing/2014/main" id="{1CE1F407-9133-4F55-BD17-E2E08B25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1220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Q1 낮음</a:t>
            </a:r>
          </a:p>
        </p:txBody>
      </p:sp>
      <p:sp>
        <p:nvSpPr>
          <p:cNvPr id="8" name="box-9-0-wh-0">
            <a:extLst xmlns:a="http://schemas.openxmlformats.org/drawingml/2006/main">
              <a:ext uri="{FF2B5EF4-FFF2-40B4-BE49-F238E27FC236}">
                <a16:creationId xmlns:a16="http://schemas.microsoft.com/office/drawing/2014/main" id="{B5B1513F-6FF3-4891-9C97-DCE22F5B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17" y="2516981"/>
            <a:ext cx="204859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-9-0-capl-0">
            <a:extLst xmlns:a="http://schemas.openxmlformats.org/drawingml/2006/main">
              <a:ext uri="{FF2B5EF4-FFF2-40B4-BE49-F238E27FC236}">
                <a16:creationId xmlns:a16="http://schemas.microsoft.com/office/drawing/2014/main" id="{0218175C-A68A-4AED-9574-A9DD0732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692" y="2431256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-9-0-caph-0">
            <a:extLst xmlns:a="http://schemas.openxmlformats.org/drawingml/2006/main">
              <a:ext uri="{FF2B5EF4-FFF2-40B4-BE49-F238E27FC236}">
                <a16:creationId xmlns:a16="http://schemas.microsoft.com/office/drawing/2014/main" id="{7D7AEF70-5C27-4550-8AF6-90235B6B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284" y="2431256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-9-0-box-0">
            <a:extLst xmlns:a="http://schemas.openxmlformats.org/drawingml/2006/main">
              <a:ext uri="{FF2B5EF4-FFF2-40B4-BE49-F238E27FC236}">
                <a16:creationId xmlns:a16="http://schemas.microsoft.com/office/drawing/2014/main" id="{4196E45E-33FB-43AF-8E5B-21E30101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493" y="2393156"/>
            <a:ext cx="13555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box-9-0-med-0">
            <a:extLst xmlns:a="http://schemas.openxmlformats.org/drawingml/2006/main">
              <a:ext uri="{FF2B5EF4-FFF2-40B4-BE49-F238E27FC236}">
                <a16:creationId xmlns:a16="http://schemas.microsoft.com/office/drawing/2014/main" id="{8FDB238B-F2FC-46C9-B440-80571B8E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962" y="2393156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-9-0-lab-1">
            <a:extLst xmlns:a="http://schemas.openxmlformats.org/drawingml/2006/main">
              <a:ext uri="{FF2B5EF4-FFF2-40B4-BE49-F238E27FC236}">
                <a16:creationId xmlns:a16="http://schemas.microsoft.com/office/drawing/2014/main" id="{7662BC7A-EC11-49DB-B61A-515389CE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64669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Q2</a:t>
            </a:r>
          </a:p>
        </p:txBody>
      </p:sp>
      <p:sp>
        <p:nvSpPr>
          <p:cNvPr id="14" name="box-9-0-wh-1">
            <a:extLst xmlns:a="http://schemas.openxmlformats.org/drawingml/2006/main">
              <a:ext uri="{FF2B5EF4-FFF2-40B4-BE49-F238E27FC236}">
                <a16:creationId xmlns:a16="http://schemas.microsoft.com/office/drawing/2014/main" id="{276ADA3D-16AF-4D7F-AE7B-1CD341D4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226" y="3169444"/>
            <a:ext cx="175403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-9-0-capl-1">
            <a:extLst xmlns:a="http://schemas.openxmlformats.org/drawingml/2006/main">
              <a:ext uri="{FF2B5EF4-FFF2-40B4-BE49-F238E27FC236}">
                <a16:creationId xmlns:a16="http://schemas.microsoft.com/office/drawing/2014/main" id="{7DDBF976-586D-4921-9E6C-B2C1FF2A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701" y="3083719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-9-0-caph-1">
            <a:extLst xmlns:a="http://schemas.openxmlformats.org/drawingml/2006/main">
              <a:ext uri="{FF2B5EF4-FFF2-40B4-BE49-F238E27FC236}">
                <a16:creationId xmlns:a16="http://schemas.microsoft.com/office/drawing/2014/main" id="{1A10DB27-DF78-43BD-93A2-9828E2E8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738" y="3083719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-9-0-box-1">
            <a:extLst xmlns:a="http://schemas.openxmlformats.org/drawingml/2006/main">
              <a:ext uri="{FF2B5EF4-FFF2-40B4-BE49-F238E27FC236}">
                <a16:creationId xmlns:a16="http://schemas.microsoft.com/office/drawing/2014/main" id="{A76087AB-F0AC-4E6F-B761-17CEC472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353" y="3045619"/>
            <a:ext cx="133585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8" name="box-9-0-med-1">
            <a:extLst xmlns:a="http://schemas.openxmlformats.org/drawingml/2006/main">
              <a:ext uri="{FF2B5EF4-FFF2-40B4-BE49-F238E27FC236}">
                <a16:creationId xmlns:a16="http://schemas.microsoft.com/office/drawing/2014/main" id="{EDEF8ADF-1D17-4E86-8FBF-C577176A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876" y="3045619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-9-0-lab-2">
            <a:extLst xmlns:a="http://schemas.openxmlformats.org/drawingml/2006/main">
              <a:ext uri="{FF2B5EF4-FFF2-40B4-BE49-F238E27FC236}">
                <a16:creationId xmlns:a16="http://schemas.microsoft.com/office/drawing/2014/main" id="{941BBA89-2E39-45D0-B46A-3D7EB7BC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17131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Q3</a:t>
            </a:r>
          </a:p>
        </p:txBody>
      </p:sp>
      <p:sp>
        <p:nvSpPr>
          <p:cNvPr id="20" name="box-9-0-wh-2">
            <a:extLst xmlns:a="http://schemas.openxmlformats.org/drawingml/2006/main">
              <a:ext uri="{FF2B5EF4-FFF2-40B4-BE49-F238E27FC236}">
                <a16:creationId xmlns:a16="http://schemas.microsoft.com/office/drawing/2014/main" id="{5A4EB828-750C-40D4-8B1C-E4880A11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325" y="3821906"/>
            <a:ext cx="21230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-9-0-capl-2">
            <a:extLst xmlns:a="http://schemas.openxmlformats.org/drawingml/2006/main">
              <a:ext uri="{FF2B5EF4-FFF2-40B4-BE49-F238E27FC236}">
                <a16:creationId xmlns:a16="http://schemas.microsoft.com/office/drawing/2014/main" id="{1F23B87B-A295-486B-92AB-4B451AEF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00" y="3736181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-9-0-caph-2">
            <a:extLst xmlns:a="http://schemas.openxmlformats.org/drawingml/2006/main">
              <a:ext uri="{FF2B5EF4-FFF2-40B4-BE49-F238E27FC236}">
                <a16:creationId xmlns:a16="http://schemas.microsoft.com/office/drawing/2014/main" id="{BC03AA12-CDF1-4EB6-9492-B424FF70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808" y="3736181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-9-0-box-2">
            <a:extLst xmlns:a="http://schemas.openxmlformats.org/drawingml/2006/main">
              <a:ext uri="{FF2B5EF4-FFF2-40B4-BE49-F238E27FC236}">
                <a16:creationId xmlns:a16="http://schemas.microsoft.com/office/drawing/2014/main" id="{CABA1260-BBB4-4897-8F8B-7D1DADF6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603" y="3698081"/>
            <a:ext cx="12423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24" name="box-9-0-med-2">
            <a:extLst xmlns:a="http://schemas.openxmlformats.org/drawingml/2006/main">
              <a:ext uri="{FF2B5EF4-FFF2-40B4-BE49-F238E27FC236}">
                <a16:creationId xmlns:a16="http://schemas.microsoft.com/office/drawing/2014/main" id="{5F7A5FA2-B116-4B46-A744-DBAFBB2B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280" y="3698081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-9-0-lab-3">
            <a:extLst xmlns:a="http://schemas.openxmlformats.org/drawingml/2006/main">
              <a:ext uri="{FF2B5EF4-FFF2-40B4-BE49-F238E27FC236}">
                <a16:creationId xmlns:a16="http://schemas.microsoft.com/office/drawing/2014/main" id="{DEDAEB89-E2E0-4B6E-87A1-4D66A96E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69594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Q4 높음</a:t>
            </a:r>
          </a:p>
        </p:txBody>
      </p:sp>
      <p:sp>
        <p:nvSpPr>
          <p:cNvPr id="26" name="box-9-0-wh-3">
            <a:extLst xmlns:a="http://schemas.openxmlformats.org/drawingml/2006/main">
              <a:ext uri="{FF2B5EF4-FFF2-40B4-BE49-F238E27FC236}">
                <a16:creationId xmlns:a16="http://schemas.microsoft.com/office/drawing/2014/main" id="{8FE4E866-0B72-4786-8EF5-9FAD4105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208" y="4474369"/>
            <a:ext cx="163716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-9-0-capl-3">
            <a:extLst xmlns:a="http://schemas.openxmlformats.org/drawingml/2006/main">
              <a:ext uri="{FF2B5EF4-FFF2-40B4-BE49-F238E27FC236}">
                <a16:creationId xmlns:a16="http://schemas.microsoft.com/office/drawing/2014/main" id="{4D782EF5-1273-4964-9C5B-D176102C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683" y="4388644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-9-0-caph-3">
            <a:extLst xmlns:a="http://schemas.openxmlformats.org/drawingml/2006/main">
              <a:ext uri="{FF2B5EF4-FFF2-40B4-BE49-F238E27FC236}">
                <a16:creationId xmlns:a16="http://schemas.microsoft.com/office/drawing/2014/main" id="{958FA9C2-236F-4E23-9C09-F27B2A4F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845" y="4388644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-9-0-box-3">
            <a:extLst xmlns:a="http://schemas.openxmlformats.org/drawingml/2006/main">
              <a:ext uri="{FF2B5EF4-FFF2-40B4-BE49-F238E27FC236}">
                <a16:creationId xmlns:a16="http://schemas.microsoft.com/office/drawing/2014/main" id="{3B74B04B-3F14-4B03-9F44-EE215616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142" y="4350544"/>
            <a:ext cx="131741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30" name="box-9-0-med-3">
            <a:extLst xmlns:a="http://schemas.openxmlformats.org/drawingml/2006/main">
              <a:ext uri="{FF2B5EF4-FFF2-40B4-BE49-F238E27FC236}">
                <a16:creationId xmlns:a16="http://schemas.microsoft.com/office/drawing/2014/main" id="{39224DA4-7AAC-4C3A-A526-521B8EA9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117" y="4350544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-9-0-min">
            <a:extLst xmlns:a="http://schemas.openxmlformats.org/drawingml/2006/main">
              <a:ext uri="{FF2B5EF4-FFF2-40B4-BE49-F238E27FC236}">
                <a16:creationId xmlns:a16="http://schemas.microsoft.com/office/drawing/2014/main" id="{A5B96B15-F461-4115-AC14-7F9C430F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15</a:t>
            </a:r>
          </a:p>
        </p:txBody>
      </p:sp>
      <p:sp>
        <p:nvSpPr>
          <p:cNvPr id="32" name="box-9-0-max">
            <a:extLst xmlns:a="http://schemas.openxmlformats.org/drawingml/2006/main">
              <a:ext uri="{FF2B5EF4-FFF2-40B4-BE49-F238E27FC236}">
                <a16:creationId xmlns:a16="http://schemas.microsoft.com/office/drawing/2014/main" id="{66B8F243-1A68-47A7-840B-172E66F7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857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49</a:t>
            </a:r>
          </a:p>
        </p:txBody>
      </p:sp>
      <p:sp>
        <p:nvSpPr>
          <p:cNvPr id="33" name="box-9-1-frame">
            <a:extLst xmlns:a="http://schemas.openxmlformats.org/drawingml/2006/main">
              <a:ext uri="{FF2B5EF4-FFF2-40B4-BE49-F238E27FC236}">
                <a16:creationId xmlns:a16="http://schemas.microsoft.com/office/drawing/2014/main" id="{89AFD16A-EFE5-4CC7-8875-4E2A8446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3333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box-9-1-title">
            <a:extLst xmlns:a="http://schemas.openxmlformats.org/drawingml/2006/main">
              <a:ext uri="{FF2B5EF4-FFF2-40B4-BE49-F238E27FC236}">
                <a16:creationId xmlns:a16="http://schemas.microsoft.com/office/drawing/2014/main" id="{8DAE27A4-7313-4D34-8012-156885E8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SLURRY_FLOW_LINE_A</a:t>
            </a:r>
          </a:p>
        </p:txBody>
      </p:sp>
      <p:sp>
        <p:nvSpPr>
          <p:cNvPr id="35" name="box-9-1-lab-0">
            <a:extLst xmlns:a="http://schemas.openxmlformats.org/drawingml/2006/main">
              <a:ext uri="{FF2B5EF4-FFF2-40B4-BE49-F238E27FC236}">
                <a16:creationId xmlns:a16="http://schemas.microsoft.com/office/drawing/2014/main" id="{FCDE016D-D9D1-43CA-97C5-39C6090E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1220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Q1 낮음</a:t>
            </a:r>
          </a:p>
        </p:txBody>
      </p:sp>
      <p:sp>
        <p:nvSpPr>
          <p:cNvPr id="36" name="box-9-1-wh-0">
            <a:extLst xmlns:a="http://schemas.openxmlformats.org/drawingml/2006/main">
              <a:ext uri="{FF2B5EF4-FFF2-40B4-BE49-F238E27FC236}">
                <a16:creationId xmlns:a16="http://schemas.microsoft.com/office/drawing/2014/main" id="{28B6BD31-44EF-4CD2-9DE4-68B8DB9D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4975" y="2516981"/>
            <a:ext cx="21079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ox-9-1-capl-0">
            <a:extLst xmlns:a="http://schemas.openxmlformats.org/drawingml/2006/main">
              <a:ext uri="{FF2B5EF4-FFF2-40B4-BE49-F238E27FC236}">
                <a16:creationId xmlns:a16="http://schemas.microsoft.com/office/drawing/2014/main" id="{6353D3EA-5EC7-4CD4-9509-29F4C146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5450" y="2431256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ox-9-1-caph-0">
            <a:extLst xmlns:a="http://schemas.openxmlformats.org/drawingml/2006/main">
              <a:ext uri="{FF2B5EF4-FFF2-40B4-BE49-F238E27FC236}">
                <a16:creationId xmlns:a16="http://schemas.microsoft.com/office/drawing/2014/main" id="{54DD1742-F31E-4CD9-B63A-68A9400E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358" y="2431256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ox-9-1-box-0">
            <a:extLst xmlns:a="http://schemas.openxmlformats.org/drawingml/2006/main">
              <a:ext uri="{FF2B5EF4-FFF2-40B4-BE49-F238E27FC236}">
                <a16:creationId xmlns:a16="http://schemas.microsoft.com/office/drawing/2014/main" id="{50D55F57-3AF7-44A1-A85F-00191D34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836" y="2393156"/>
            <a:ext cx="81761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40" name="box-9-1-med-0">
            <a:extLst xmlns:a="http://schemas.openxmlformats.org/drawingml/2006/main">
              <a:ext uri="{FF2B5EF4-FFF2-40B4-BE49-F238E27FC236}">
                <a16:creationId xmlns:a16="http://schemas.microsoft.com/office/drawing/2014/main" id="{CFC8BF1D-9475-4ABC-9A73-B391B547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660" y="2393156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ox-9-1-lab-1">
            <a:extLst xmlns:a="http://schemas.openxmlformats.org/drawingml/2006/main">
              <a:ext uri="{FF2B5EF4-FFF2-40B4-BE49-F238E27FC236}">
                <a16:creationId xmlns:a16="http://schemas.microsoft.com/office/drawing/2014/main" id="{DC397B38-2CB3-403C-B7CE-7355CFF1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64669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Q2</a:t>
            </a:r>
          </a:p>
        </p:txBody>
      </p:sp>
      <p:sp>
        <p:nvSpPr>
          <p:cNvPr id="42" name="box-9-1-wh-1">
            <a:extLst xmlns:a="http://schemas.openxmlformats.org/drawingml/2006/main">
              <a:ext uri="{FF2B5EF4-FFF2-40B4-BE49-F238E27FC236}">
                <a16:creationId xmlns:a16="http://schemas.microsoft.com/office/drawing/2014/main" id="{0BEA57F9-74E0-4A32-A950-80834297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5060" y="3169444"/>
            <a:ext cx="199060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ox-9-1-capl-1">
            <a:extLst xmlns:a="http://schemas.openxmlformats.org/drawingml/2006/main">
              <a:ext uri="{FF2B5EF4-FFF2-40B4-BE49-F238E27FC236}">
                <a16:creationId xmlns:a16="http://schemas.microsoft.com/office/drawing/2014/main" id="{C64ACB78-C560-480C-9C5A-411054BC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5535" y="3083719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ox-9-1-caph-1">
            <a:extLst xmlns:a="http://schemas.openxmlformats.org/drawingml/2006/main">
              <a:ext uri="{FF2B5EF4-FFF2-40B4-BE49-F238E27FC236}">
                <a16:creationId xmlns:a16="http://schemas.microsoft.com/office/drawing/2014/main" id="{7F9034D7-0B79-41F8-B446-977535AD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139" y="3083719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ox-9-1-box-1">
            <a:extLst xmlns:a="http://schemas.openxmlformats.org/drawingml/2006/main">
              <a:ext uri="{FF2B5EF4-FFF2-40B4-BE49-F238E27FC236}">
                <a16:creationId xmlns:a16="http://schemas.microsoft.com/office/drawing/2014/main" id="{93D2A3A1-EA35-4A1D-881F-C3839135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414" y="3045619"/>
            <a:ext cx="84824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46" name="box-9-1-med-1">
            <a:extLst xmlns:a="http://schemas.openxmlformats.org/drawingml/2006/main">
              <a:ext uri="{FF2B5EF4-FFF2-40B4-BE49-F238E27FC236}">
                <a16:creationId xmlns:a16="http://schemas.microsoft.com/office/drawing/2014/main" id="{3C44EF4E-4123-45CF-8FF3-32F4E538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879" y="3045619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ox-9-1-lab-2">
            <a:extLst xmlns:a="http://schemas.openxmlformats.org/drawingml/2006/main">
              <a:ext uri="{FF2B5EF4-FFF2-40B4-BE49-F238E27FC236}">
                <a16:creationId xmlns:a16="http://schemas.microsoft.com/office/drawing/2014/main" id="{AEFCC885-C757-49C9-9186-9C7C1F7E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17131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Q3</a:t>
            </a:r>
          </a:p>
        </p:txBody>
      </p:sp>
      <p:sp>
        <p:nvSpPr>
          <p:cNvPr id="48" name="box-9-1-wh-2">
            <a:extLst xmlns:a="http://schemas.openxmlformats.org/drawingml/2006/main">
              <a:ext uri="{FF2B5EF4-FFF2-40B4-BE49-F238E27FC236}">
                <a16:creationId xmlns:a16="http://schemas.microsoft.com/office/drawing/2014/main" id="{2600C028-A762-4F76-BCA0-9CA2C425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82" y="3821906"/>
            <a:ext cx="190458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ox-9-1-capl-2">
            <a:extLst xmlns:a="http://schemas.openxmlformats.org/drawingml/2006/main">
              <a:ext uri="{FF2B5EF4-FFF2-40B4-BE49-F238E27FC236}">
                <a16:creationId xmlns:a16="http://schemas.microsoft.com/office/drawing/2014/main" id="{F3B19B0F-4AAB-4BB9-A63B-B5915AB6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457" y="3736181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ox-9-1-caph-2">
            <a:extLst xmlns:a="http://schemas.openxmlformats.org/drawingml/2006/main">
              <a:ext uri="{FF2B5EF4-FFF2-40B4-BE49-F238E27FC236}">
                <a16:creationId xmlns:a16="http://schemas.microsoft.com/office/drawing/2014/main" id="{A6A8C0B8-9F78-4F6C-8DF6-71F22825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42" y="3736181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ox-9-1-box-2">
            <a:extLst xmlns:a="http://schemas.openxmlformats.org/drawingml/2006/main">
              <a:ext uri="{FF2B5EF4-FFF2-40B4-BE49-F238E27FC236}">
                <a16:creationId xmlns:a16="http://schemas.microsoft.com/office/drawing/2014/main" id="{E4D51FA9-D1A7-4EB0-B461-796686B6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939" y="3698081"/>
            <a:ext cx="72204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52" name="box-9-1-med-2">
            <a:extLst xmlns:a="http://schemas.openxmlformats.org/drawingml/2006/main">
              <a:ext uri="{FF2B5EF4-FFF2-40B4-BE49-F238E27FC236}">
                <a16:creationId xmlns:a16="http://schemas.microsoft.com/office/drawing/2014/main" id="{500D5ECC-7293-40FE-9104-46121FDC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218" y="3698081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ox-9-1-lab-3">
            <a:extLst xmlns:a="http://schemas.openxmlformats.org/drawingml/2006/main">
              <a:ext uri="{FF2B5EF4-FFF2-40B4-BE49-F238E27FC236}">
                <a16:creationId xmlns:a16="http://schemas.microsoft.com/office/drawing/2014/main" id="{A8DEEF4E-7795-4BDD-A82B-AAAA54CD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369594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Q4 높음</a:t>
            </a:r>
          </a:p>
        </p:txBody>
      </p:sp>
      <p:sp>
        <p:nvSpPr>
          <p:cNvPr id="54" name="box-9-1-wh-3">
            <a:extLst xmlns:a="http://schemas.openxmlformats.org/drawingml/2006/main">
              <a:ext uri="{FF2B5EF4-FFF2-40B4-BE49-F238E27FC236}">
                <a16:creationId xmlns:a16="http://schemas.microsoft.com/office/drawing/2014/main" id="{06640A54-46C0-4F0F-A472-B12C64FC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767" y="4474369"/>
            <a:ext cx="189538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ox-9-1-capl-3">
            <a:extLst xmlns:a="http://schemas.openxmlformats.org/drawingml/2006/main">
              <a:ext uri="{FF2B5EF4-FFF2-40B4-BE49-F238E27FC236}">
                <a16:creationId xmlns:a16="http://schemas.microsoft.com/office/drawing/2014/main" id="{EB561311-4181-47B1-893D-05568FED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242" y="4388644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ox-9-1-caph-3">
            <a:extLst xmlns:a="http://schemas.openxmlformats.org/drawingml/2006/main">
              <a:ext uri="{FF2B5EF4-FFF2-40B4-BE49-F238E27FC236}">
                <a16:creationId xmlns:a16="http://schemas.microsoft.com/office/drawing/2014/main" id="{0A26E4CC-DE55-44EF-98EA-C627CC7F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629" y="4388644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ox-9-1-box-3">
            <a:extLst xmlns:a="http://schemas.openxmlformats.org/drawingml/2006/main">
              <a:ext uri="{FF2B5EF4-FFF2-40B4-BE49-F238E27FC236}">
                <a16:creationId xmlns:a16="http://schemas.microsoft.com/office/drawing/2014/main" id="{15361784-719B-463C-9A8F-051D10F6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0149" y="4350544"/>
            <a:ext cx="86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58" name="box-9-1-med-3">
            <a:extLst xmlns:a="http://schemas.openxmlformats.org/drawingml/2006/main">
              <a:ext uri="{FF2B5EF4-FFF2-40B4-BE49-F238E27FC236}">
                <a16:creationId xmlns:a16="http://schemas.microsoft.com/office/drawing/2014/main" id="{DD716069-0EAD-4443-9250-0532A003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3205" y="4350544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ox-9-1-min">
            <a:extLst xmlns:a="http://schemas.openxmlformats.org/drawingml/2006/main">
              <a:ext uri="{FF2B5EF4-FFF2-40B4-BE49-F238E27FC236}">
                <a16:creationId xmlns:a16="http://schemas.microsoft.com/office/drawing/2014/main" id="{F35B5EAB-604A-49DC-B622-B1617B98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57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2.1</a:t>
            </a:r>
          </a:p>
        </p:txBody>
      </p:sp>
      <p:sp>
        <p:nvSpPr>
          <p:cNvPr id="60" name="box-9-1-max">
            <a:extLst xmlns:a="http://schemas.openxmlformats.org/drawingml/2006/main">
              <a:ext uri="{FF2B5EF4-FFF2-40B4-BE49-F238E27FC236}">
                <a16:creationId xmlns:a16="http://schemas.microsoft.com/office/drawing/2014/main" id="{3F7FA98B-98E9-413C-AB2F-2AC1634B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57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8.2</a:t>
            </a:r>
          </a:p>
        </p:txBody>
      </p:sp>
      <p:sp>
        <p:nvSpPr>
          <p:cNvPr id="61" name="box-9-2-frame">
            <a:extLst xmlns:a="http://schemas.openxmlformats.org/drawingml/2006/main">
              <a:ext uri="{FF2B5EF4-FFF2-40B4-BE49-F238E27FC236}">
                <a16:creationId xmlns:a16="http://schemas.microsoft.com/office/drawing/2014/main" id="{4FD2C1F4-D767-4A3F-AF28-47BC0B5D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52625"/>
            <a:ext cx="3333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box-9-2-title">
            <a:extLst xmlns:a="http://schemas.openxmlformats.org/drawingml/2006/main">
              <a:ext uri="{FF2B5EF4-FFF2-40B4-BE49-F238E27FC236}">
                <a16:creationId xmlns:a16="http://schemas.microsoft.com/office/drawing/2014/main" id="{A0AC9598-0BDB-4284-BD7A-5990C386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764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SLURRY_FLOW_LINE_C</a:t>
            </a:r>
          </a:p>
        </p:txBody>
      </p:sp>
      <p:sp>
        <p:nvSpPr>
          <p:cNvPr id="63" name="box-9-2-lab-0">
            <a:extLst xmlns:a="http://schemas.openxmlformats.org/drawingml/2006/main">
              <a:ext uri="{FF2B5EF4-FFF2-40B4-BE49-F238E27FC236}">
                <a16:creationId xmlns:a16="http://schemas.microsoft.com/office/drawing/2014/main" id="{8F2B7E21-21A3-46BE-B313-620046B6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1220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Q1 낮음</a:t>
            </a:r>
          </a:p>
        </p:txBody>
      </p:sp>
      <p:sp>
        <p:nvSpPr>
          <p:cNvPr id="64" name="box-9-2-wh-0">
            <a:extLst xmlns:a="http://schemas.openxmlformats.org/drawingml/2006/main">
              <a:ext uri="{FF2B5EF4-FFF2-40B4-BE49-F238E27FC236}">
                <a16:creationId xmlns:a16="http://schemas.microsoft.com/office/drawing/2014/main" id="{EF55EE71-4CC0-4270-9FD4-724FC86D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317" y="2516981"/>
            <a:ext cx="20255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ox-9-2-capl-0">
            <a:extLst xmlns:a="http://schemas.openxmlformats.org/drawingml/2006/main">
              <a:ext uri="{FF2B5EF4-FFF2-40B4-BE49-F238E27FC236}">
                <a16:creationId xmlns:a16="http://schemas.microsoft.com/office/drawing/2014/main" id="{44ECA17A-325B-44E7-BED9-D2F9CF19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792" y="2431256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ox-9-2-caph-0">
            <a:extLst xmlns:a="http://schemas.openxmlformats.org/drawingml/2006/main">
              <a:ext uri="{FF2B5EF4-FFF2-40B4-BE49-F238E27FC236}">
                <a16:creationId xmlns:a16="http://schemas.microsoft.com/office/drawing/2014/main" id="{83079133-0348-4910-90AB-7D8034D7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372" y="2431256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ox-9-2-box-0">
            <a:extLst xmlns:a="http://schemas.openxmlformats.org/drawingml/2006/main">
              <a:ext uri="{FF2B5EF4-FFF2-40B4-BE49-F238E27FC236}">
                <a16:creationId xmlns:a16="http://schemas.microsoft.com/office/drawing/2014/main" id="{54215F7C-84F8-4136-B198-A10BA34F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3617" y="2393156"/>
            <a:ext cx="140101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68" name="box-9-2-med-0">
            <a:extLst xmlns:a="http://schemas.openxmlformats.org/drawingml/2006/main">
              <a:ext uri="{FF2B5EF4-FFF2-40B4-BE49-F238E27FC236}">
                <a16:creationId xmlns:a16="http://schemas.microsoft.com/office/drawing/2014/main" id="{2D68D1E5-7420-46CF-BB6D-98FA1D55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4024" y="2393156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ox-9-2-lab-1">
            <a:extLst xmlns:a="http://schemas.openxmlformats.org/drawingml/2006/main">
              <a:ext uri="{FF2B5EF4-FFF2-40B4-BE49-F238E27FC236}">
                <a16:creationId xmlns:a16="http://schemas.microsoft.com/office/drawing/2014/main" id="{5085386B-0D7A-4016-8385-F6E527FD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64669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Q2</a:t>
            </a:r>
          </a:p>
        </p:txBody>
      </p:sp>
      <p:sp>
        <p:nvSpPr>
          <p:cNvPr id="70" name="box-9-2-wh-1">
            <a:extLst xmlns:a="http://schemas.openxmlformats.org/drawingml/2006/main">
              <a:ext uri="{FF2B5EF4-FFF2-40B4-BE49-F238E27FC236}">
                <a16:creationId xmlns:a16="http://schemas.microsoft.com/office/drawing/2014/main" id="{415923BF-375B-4DBF-A381-3858029A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6160" y="3169444"/>
            <a:ext cx="171234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ox-9-2-capl-1">
            <a:extLst xmlns:a="http://schemas.openxmlformats.org/drawingml/2006/main">
              <a:ext uri="{FF2B5EF4-FFF2-40B4-BE49-F238E27FC236}">
                <a16:creationId xmlns:a16="http://schemas.microsoft.com/office/drawing/2014/main" id="{F50335ED-1313-4AF8-8022-D4E531C8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635" y="3083719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ox-9-2-caph-1">
            <a:extLst xmlns:a="http://schemas.openxmlformats.org/drawingml/2006/main">
              <a:ext uri="{FF2B5EF4-FFF2-40B4-BE49-F238E27FC236}">
                <a16:creationId xmlns:a16="http://schemas.microsoft.com/office/drawing/2014/main" id="{0FCCA049-A368-47FE-9D1B-8CFBA6FA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78" y="3083719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ox-9-2-box-1">
            <a:extLst xmlns:a="http://schemas.openxmlformats.org/drawingml/2006/main">
              <a:ext uri="{FF2B5EF4-FFF2-40B4-BE49-F238E27FC236}">
                <a16:creationId xmlns:a16="http://schemas.microsoft.com/office/drawing/2014/main" id="{D2AE904A-D3B5-4671-92C8-43989788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038" y="3045619"/>
            <a:ext cx="1387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74" name="box-9-2-med-1">
            <a:extLst xmlns:a="http://schemas.openxmlformats.org/drawingml/2006/main">
              <a:ext uri="{FF2B5EF4-FFF2-40B4-BE49-F238E27FC236}">
                <a16:creationId xmlns:a16="http://schemas.microsoft.com/office/drawing/2014/main" id="{BC4FB58C-BE25-407A-B63A-CDEB4324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435" y="3045619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ox-9-2-lab-2">
            <a:extLst xmlns:a="http://schemas.openxmlformats.org/drawingml/2006/main">
              <a:ext uri="{FF2B5EF4-FFF2-40B4-BE49-F238E27FC236}">
                <a16:creationId xmlns:a16="http://schemas.microsoft.com/office/drawing/2014/main" id="{03435D44-0646-4464-98A1-EF4FE88E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7131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Q3</a:t>
            </a:r>
          </a:p>
        </p:txBody>
      </p:sp>
      <p:sp>
        <p:nvSpPr>
          <p:cNvPr id="76" name="box-9-2-wh-2">
            <a:extLst xmlns:a="http://schemas.openxmlformats.org/drawingml/2006/main">
              <a:ext uri="{FF2B5EF4-FFF2-40B4-BE49-F238E27FC236}">
                <a16:creationId xmlns:a16="http://schemas.microsoft.com/office/drawing/2014/main" id="{66AF7F22-09D2-4ACE-BE2F-0CE8D24A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97" y="3821906"/>
            <a:ext cx="203343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box-9-2-capl-2">
            <a:extLst xmlns:a="http://schemas.openxmlformats.org/drawingml/2006/main">
              <a:ext uri="{FF2B5EF4-FFF2-40B4-BE49-F238E27FC236}">
                <a16:creationId xmlns:a16="http://schemas.microsoft.com/office/drawing/2014/main" id="{1CE280DA-E844-4F6C-B9D1-2D0B7E2F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472" y="3736181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box-9-2-caph-2">
            <a:extLst xmlns:a="http://schemas.openxmlformats.org/drawingml/2006/main">
              <a:ext uri="{FF2B5EF4-FFF2-40B4-BE49-F238E27FC236}">
                <a16:creationId xmlns:a16="http://schemas.microsoft.com/office/drawing/2014/main" id="{8B7A3447-E3E3-4225-AB8C-D06C86DD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908" y="3736181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box-9-2-box-2">
            <a:extLst xmlns:a="http://schemas.openxmlformats.org/drawingml/2006/main">
              <a:ext uri="{FF2B5EF4-FFF2-40B4-BE49-F238E27FC236}">
                <a16:creationId xmlns:a16="http://schemas.microsoft.com/office/drawing/2014/main" id="{906542C3-98A1-43FB-B344-6FC5E531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9165" y="3698081"/>
            <a:ext cx="130343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0" name="box-9-2-med-2">
            <a:extLst xmlns:a="http://schemas.openxmlformats.org/drawingml/2006/main">
              <a:ext uri="{FF2B5EF4-FFF2-40B4-BE49-F238E27FC236}">
                <a16:creationId xmlns:a16="http://schemas.microsoft.com/office/drawing/2014/main" id="{C577724C-2F83-4900-A160-A321F5FB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969" y="3698081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box-9-2-lab-3">
            <a:extLst xmlns:a="http://schemas.openxmlformats.org/drawingml/2006/main">
              <a:ext uri="{FF2B5EF4-FFF2-40B4-BE49-F238E27FC236}">
                <a16:creationId xmlns:a16="http://schemas.microsoft.com/office/drawing/2014/main" id="{2663427A-BBD0-42DF-B01F-EF49795C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69594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Q4 높음</a:t>
            </a:r>
          </a:p>
        </p:txBody>
      </p:sp>
      <p:sp>
        <p:nvSpPr>
          <p:cNvPr id="82" name="box-9-2-wh-3">
            <a:extLst xmlns:a="http://schemas.openxmlformats.org/drawingml/2006/main">
              <a:ext uri="{FF2B5EF4-FFF2-40B4-BE49-F238E27FC236}">
                <a16:creationId xmlns:a16="http://schemas.microsoft.com/office/drawing/2014/main" id="{53F5BB5D-775C-445F-94CC-D957A680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89" y="4474369"/>
            <a:ext cx="176214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box-9-2-capl-3">
            <a:extLst xmlns:a="http://schemas.openxmlformats.org/drawingml/2006/main">
              <a:ext uri="{FF2B5EF4-FFF2-40B4-BE49-F238E27FC236}">
                <a16:creationId xmlns:a16="http://schemas.microsoft.com/office/drawing/2014/main" id="{08EB3A50-FB49-4AF3-8164-55B68F82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6364" y="4388644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box-9-2-caph-3">
            <a:extLst xmlns:a="http://schemas.openxmlformats.org/drawingml/2006/main">
              <a:ext uri="{FF2B5EF4-FFF2-40B4-BE49-F238E27FC236}">
                <a16:creationId xmlns:a16="http://schemas.microsoft.com/office/drawing/2014/main" id="{0BA702C1-7DBE-4B6E-9992-3D8FB922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505" y="4388644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box-9-2-box-3">
            <a:extLst xmlns:a="http://schemas.openxmlformats.org/drawingml/2006/main">
              <a:ext uri="{FF2B5EF4-FFF2-40B4-BE49-F238E27FC236}">
                <a16:creationId xmlns:a16="http://schemas.microsoft.com/office/drawing/2014/main" id="{CAAB117E-6350-4322-B90E-F832990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529" y="4350544"/>
            <a:ext cx="13510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6" name="box-9-2-med-3">
            <a:extLst xmlns:a="http://schemas.openxmlformats.org/drawingml/2006/main">
              <a:ext uri="{FF2B5EF4-FFF2-40B4-BE49-F238E27FC236}">
                <a16:creationId xmlns:a16="http://schemas.microsoft.com/office/drawing/2014/main" id="{E8DEB10C-9141-4381-8B1E-9F8F29AE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1151" y="4350544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box-9-2-min">
            <a:extLst xmlns:a="http://schemas.openxmlformats.org/drawingml/2006/main">
              <a:ext uri="{FF2B5EF4-FFF2-40B4-BE49-F238E27FC236}">
                <a16:creationId xmlns:a16="http://schemas.microsoft.com/office/drawing/2014/main" id="{8050049A-9226-4949-9C37-B7113957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57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136</a:t>
            </a:r>
          </a:p>
        </p:txBody>
      </p:sp>
      <p:sp>
        <p:nvSpPr>
          <p:cNvPr id="88" name="box-9-2-max">
            <a:extLst xmlns:a="http://schemas.openxmlformats.org/drawingml/2006/main">
              <a:ext uri="{FF2B5EF4-FFF2-40B4-BE49-F238E27FC236}">
                <a16:creationId xmlns:a16="http://schemas.microsoft.com/office/drawing/2014/main" id="{A8AEC1AA-CFC4-4706-BC94-1E6D4A59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857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397</a:t>
            </a:r>
          </a:p>
        </p:txBody>
      </p:sp>
      <p:sp>
        <p:nvSpPr>
          <p:cNvPr id="89" name="quart-9">
            <a:extLst xmlns:a="http://schemas.openxmlformats.org/drawingml/2006/main">
              <a:ext uri="{FF2B5EF4-FFF2-40B4-BE49-F238E27FC236}">
                <a16:creationId xmlns:a16="http://schemas.microsoft.com/office/drawing/2014/main" id="{72F3E2BD-8A4D-4FFE-B44A-D7BC5979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386"/>
                </a:solidFill>
              </a:defRPr>
            </a:pPr>
            <a:r>
              <a:rPr sz="1125" b="1">
                <a:solidFill>
                  <a:srgbClr val="657386"/>
                </a:solidFill>
              </a:rPr>
              <a:t>MRR 그룹: Q1 낮음 → Q4 높음</a:t>
            </a:r>
          </a:p>
        </p:txBody>
      </p:sp>
      <p:sp>
        <p:nvSpPr>
          <p:cNvPr id="90" name="cond-9">
            <a:extLst xmlns:a="http://schemas.openxmlformats.org/drawingml/2006/main">
              <a:ext uri="{FF2B5EF4-FFF2-40B4-BE49-F238E27FC236}">
                <a16:creationId xmlns:a16="http://schemas.microsoft.com/office/drawing/2014/main" id="{5530F716-8E1E-4BCE-B610-CA2B09D1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108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condt-9">
            <a:extLst xmlns:a="http://schemas.openxmlformats.org/drawingml/2006/main">
              <a:ext uri="{FF2B5EF4-FFF2-40B4-BE49-F238E27FC236}">
                <a16:creationId xmlns:a16="http://schemas.microsoft.com/office/drawing/2014/main" id="{EEA06CBB-0CC5-438F-BF6F-1D3492E3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B3C"/>
                </a:solidFill>
              </a:defRPr>
            </a:pPr>
            <a:r>
              <a:rPr sz="1200" b="1">
                <a:solidFill>
                  <a:srgbClr val="202B3C"/>
                </a:solidFill>
              </a:rPr>
              <a:t>Box Plot의 그룹 차이는 관측상 연관성을 보여주며, 최적 조건 확정 전 동일 조건 DOE가 필요합니다.</a:t>
            </a:r>
          </a:p>
        </p:txBody>
      </p:sp>
      <p:sp>
        <p:nvSpPr>
          <p:cNvPr id="92" name="footer">
            <a:extLst xmlns:a="http://schemas.openxmlformats.org/drawingml/2006/main">
              <a:ext uri="{FF2B5EF4-FFF2-40B4-BE49-F238E27FC236}">
                <a16:creationId xmlns:a16="http://schemas.microsoft.com/office/drawing/2014/main" id="{15CC23DB-1041-4DCA-96FA-282CCA0A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분석값은 공개 CMP 데이터의 관측 결과이며 장비 Setpoint를 의미하지 않음</a:t>
            </a:r>
          </a:p>
        </p:txBody>
      </p:sp>
      <p:sp>
        <p:nvSpPr>
          <p:cNvPr id="93" name="brand">
            <a:extLst xmlns:a="http://schemas.openxmlformats.org/drawingml/2006/main">
              <a:ext uri="{FF2B5EF4-FFF2-40B4-BE49-F238E27FC236}">
                <a16:creationId xmlns:a16="http://schemas.microsoft.com/office/drawing/2014/main" id="{11CFE15D-C424-46B8-AD84-50146AAC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CMP MRR ANALYSIS</a:t>
            </a:r>
          </a:p>
        </p:txBody>
      </p:sp>
    </p:spTree>
    <p:extLst>
      <p:ext uri="{BB962C8B-B14F-4D97-AF65-F5344CB8AC3E}">
        <p14:creationId xmlns:p14="http://schemas.microsoft.com/office/powerpoint/2010/main" val="2089911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title-10">
            <a:extLst xmlns:a="http://schemas.openxmlformats.org/drawingml/2006/main">
              <a:ext uri="{FF2B5EF4-FFF2-40B4-BE49-F238E27FC236}">
                <a16:creationId xmlns:a16="http://schemas.microsoft.com/office/drawing/2014/main" id="{9885F359-923C-4D6D-88B0-13E2D81E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3-3. Stage B–Chamber 4</a:t>
            </a:r>
          </a:p>
        </p:txBody>
      </p:sp>
      <p:sp>
        <p:nvSpPr>
          <p:cNvPr id="2" name="take-10">
            <a:extLst xmlns:a="http://schemas.openxmlformats.org/drawingml/2006/main">
              <a:ext uri="{FF2B5EF4-FFF2-40B4-BE49-F238E27FC236}">
                <a16:creationId xmlns:a16="http://schemas.microsoft.com/office/drawing/2014/main" id="{29009FE4-F54F-44EA-BBE2-3B8EE714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4E"/>
                </a:solidFill>
              </a:defRPr>
            </a:pPr>
            <a:r>
              <a:rPr sz="1350" b="1">
                <a:solidFill>
                  <a:srgbClr val="F26B4E"/>
                </a:solidFill>
              </a:rPr>
              <a:t>Slurry 유량과 압력 변수가 MRR 예측에 가장 크게 기여</a:t>
            </a: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53E60807-5D3F-4CDB-A648-C1A992BE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E1FE7849-A2C3-4CFF-9365-98457FB1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09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10</a:t>
            </a:r>
          </a:p>
        </p:txBody>
      </p:sp>
      <p:sp>
        <p:nvSpPr>
          <p:cNvPr id="5" name="box-10-0-frame">
            <a:extLst xmlns:a="http://schemas.openxmlformats.org/drawingml/2006/main">
              <a:ext uri="{FF2B5EF4-FFF2-40B4-BE49-F238E27FC236}">
                <a16:creationId xmlns:a16="http://schemas.microsoft.com/office/drawing/2014/main" id="{F0522E12-2E75-42A0-AC17-9A168B00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333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box-10-0-title">
            <a:extLst xmlns:a="http://schemas.openxmlformats.org/drawingml/2006/main">
              <a:ext uri="{FF2B5EF4-FFF2-40B4-BE49-F238E27FC236}">
                <a16:creationId xmlns:a16="http://schemas.microsoft.com/office/drawing/2014/main" id="{91B58C88-8D78-4D1A-AC2E-5E829815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SLURRY_FLOW_LINE_A</a:t>
            </a:r>
          </a:p>
        </p:txBody>
      </p:sp>
      <p:sp>
        <p:nvSpPr>
          <p:cNvPr id="7" name="box-10-0-lab-0">
            <a:extLst xmlns:a="http://schemas.openxmlformats.org/drawingml/2006/main">
              <a:ext uri="{FF2B5EF4-FFF2-40B4-BE49-F238E27FC236}">
                <a16:creationId xmlns:a16="http://schemas.microsoft.com/office/drawing/2014/main" id="{8C2448A4-183B-49AC-9398-03868580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1220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Q1 낮음</a:t>
            </a:r>
          </a:p>
        </p:txBody>
      </p:sp>
      <p:sp>
        <p:nvSpPr>
          <p:cNvPr id="8" name="box-10-0-wh-0">
            <a:extLst xmlns:a="http://schemas.openxmlformats.org/drawingml/2006/main">
              <a:ext uri="{FF2B5EF4-FFF2-40B4-BE49-F238E27FC236}">
                <a16:creationId xmlns:a16="http://schemas.microsoft.com/office/drawing/2014/main" id="{02729FBA-155D-4D0B-9B6C-CF06D4BA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864" y="2516981"/>
            <a:ext cx="169105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-10-0-capl-0">
            <a:extLst xmlns:a="http://schemas.openxmlformats.org/drawingml/2006/main">
              <a:ext uri="{FF2B5EF4-FFF2-40B4-BE49-F238E27FC236}">
                <a16:creationId xmlns:a16="http://schemas.microsoft.com/office/drawing/2014/main" id="{58F6D2FC-3FFE-4A73-AFAD-6B3EF21C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339" y="2431256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-10-0-caph-0">
            <a:extLst xmlns:a="http://schemas.openxmlformats.org/drawingml/2006/main">
              <a:ext uri="{FF2B5EF4-FFF2-40B4-BE49-F238E27FC236}">
                <a16:creationId xmlns:a16="http://schemas.microsoft.com/office/drawing/2014/main" id="{959F5B30-E903-4929-A80C-6E7AEDA4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390" y="2431256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-10-0-box-0">
            <a:extLst xmlns:a="http://schemas.openxmlformats.org/drawingml/2006/main">
              <a:ext uri="{FF2B5EF4-FFF2-40B4-BE49-F238E27FC236}">
                <a16:creationId xmlns:a16="http://schemas.microsoft.com/office/drawing/2014/main" id="{B10B0703-7BF5-4458-9CA4-4A504441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497" y="2393156"/>
            <a:ext cx="75284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box-10-0-med-0">
            <a:extLst xmlns:a="http://schemas.openxmlformats.org/drawingml/2006/main">
              <a:ext uri="{FF2B5EF4-FFF2-40B4-BE49-F238E27FC236}">
                <a16:creationId xmlns:a16="http://schemas.microsoft.com/office/drawing/2014/main" id="{52889B0C-7FF6-422D-BFB7-F4E14301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0" y="2393156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-10-0-lab-1">
            <a:extLst xmlns:a="http://schemas.openxmlformats.org/drawingml/2006/main">
              <a:ext uri="{FF2B5EF4-FFF2-40B4-BE49-F238E27FC236}">
                <a16:creationId xmlns:a16="http://schemas.microsoft.com/office/drawing/2014/main" id="{005A9502-33D9-4152-97A5-6A918A0D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64669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Q2</a:t>
            </a:r>
          </a:p>
        </p:txBody>
      </p:sp>
      <p:sp>
        <p:nvSpPr>
          <p:cNvPr id="14" name="box-10-0-wh-1">
            <a:extLst xmlns:a="http://schemas.openxmlformats.org/drawingml/2006/main">
              <a:ext uri="{FF2B5EF4-FFF2-40B4-BE49-F238E27FC236}">
                <a16:creationId xmlns:a16="http://schemas.microsoft.com/office/drawing/2014/main" id="{F44E8FDB-A4AD-45FE-A8DC-16BA1E1C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325" y="3169444"/>
            <a:ext cx="189735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-10-0-capl-1">
            <a:extLst xmlns:a="http://schemas.openxmlformats.org/drawingml/2006/main">
              <a:ext uri="{FF2B5EF4-FFF2-40B4-BE49-F238E27FC236}">
                <a16:creationId xmlns:a16="http://schemas.microsoft.com/office/drawing/2014/main" id="{6360AD55-E936-4098-826B-654D5D1A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800" y="3083719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-10-0-caph-1">
            <a:extLst xmlns:a="http://schemas.openxmlformats.org/drawingml/2006/main">
              <a:ext uri="{FF2B5EF4-FFF2-40B4-BE49-F238E27FC236}">
                <a16:creationId xmlns:a16="http://schemas.microsoft.com/office/drawing/2014/main" id="{55631976-5D74-474F-A420-B2B8E0D9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152" y="3083719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-10-0-box-1">
            <a:extLst xmlns:a="http://schemas.openxmlformats.org/drawingml/2006/main">
              <a:ext uri="{FF2B5EF4-FFF2-40B4-BE49-F238E27FC236}">
                <a16:creationId xmlns:a16="http://schemas.microsoft.com/office/drawing/2014/main" id="{AB8CE7A5-AFB8-4916-95F0-D6EC8D4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495" y="3045619"/>
            <a:ext cx="75296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8" name="box-10-0-med-1">
            <a:extLst xmlns:a="http://schemas.openxmlformats.org/drawingml/2006/main">
              <a:ext uri="{FF2B5EF4-FFF2-40B4-BE49-F238E27FC236}">
                <a16:creationId xmlns:a16="http://schemas.microsoft.com/office/drawing/2014/main" id="{4EE650EC-0809-4D30-A7F2-220FB8A0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787" y="3045619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-10-0-lab-2">
            <a:extLst xmlns:a="http://schemas.openxmlformats.org/drawingml/2006/main">
              <a:ext uri="{FF2B5EF4-FFF2-40B4-BE49-F238E27FC236}">
                <a16:creationId xmlns:a16="http://schemas.microsoft.com/office/drawing/2014/main" id="{692BFF14-315D-45C2-9214-C149D32A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17131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Q3</a:t>
            </a:r>
          </a:p>
        </p:txBody>
      </p:sp>
      <p:sp>
        <p:nvSpPr>
          <p:cNvPr id="20" name="box-10-0-wh-2">
            <a:extLst xmlns:a="http://schemas.openxmlformats.org/drawingml/2006/main">
              <a:ext uri="{FF2B5EF4-FFF2-40B4-BE49-F238E27FC236}">
                <a16:creationId xmlns:a16="http://schemas.microsoft.com/office/drawing/2014/main" id="{C1EB7E28-76B8-4FB3-B9ED-6107FC1F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925" y="3821906"/>
            <a:ext cx="13796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-10-0-capl-2">
            <a:extLst xmlns:a="http://schemas.openxmlformats.org/drawingml/2006/main">
              <a:ext uri="{FF2B5EF4-FFF2-40B4-BE49-F238E27FC236}">
                <a16:creationId xmlns:a16="http://schemas.microsoft.com/office/drawing/2014/main" id="{AEBAEA90-18EB-42D5-A2A4-1F27F655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400" y="3736181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-10-0-caph-2">
            <a:extLst xmlns:a="http://schemas.openxmlformats.org/drawingml/2006/main">
              <a:ext uri="{FF2B5EF4-FFF2-40B4-BE49-F238E27FC236}">
                <a16:creationId xmlns:a16="http://schemas.microsoft.com/office/drawing/2014/main" id="{05641D6C-113F-4142-A34F-36C76A5F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040" y="3736181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-10-0-box-2">
            <a:extLst xmlns:a="http://schemas.openxmlformats.org/drawingml/2006/main">
              <a:ext uri="{FF2B5EF4-FFF2-40B4-BE49-F238E27FC236}">
                <a16:creationId xmlns:a16="http://schemas.microsoft.com/office/drawing/2014/main" id="{9DD643F3-F5A8-41D8-AEA2-C7753009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118" y="3698081"/>
            <a:ext cx="35781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24" name="box-10-0-med-2">
            <a:extLst xmlns:a="http://schemas.openxmlformats.org/drawingml/2006/main">
              <a:ext uri="{FF2B5EF4-FFF2-40B4-BE49-F238E27FC236}">
                <a16:creationId xmlns:a16="http://schemas.microsoft.com/office/drawing/2014/main" id="{307373BD-8E4A-46C6-80B6-798CA4A0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552" y="3698081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-10-0-out-2">
            <a:extLst xmlns:a="http://schemas.openxmlformats.org/drawingml/2006/main">
              <a:ext uri="{FF2B5EF4-FFF2-40B4-BE49-F238E27FC236}">
                <a16:creationId xmlns:a16="http://schemas.microsoft.com/office/drawing/2014/main" id="{97876B6E-14F0-4575-B714-4BA63893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36181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3A2F"/>
                </a:solidFill>
              </a:defRPr>
            </a:pPr>
            <a:r>
              <a:rPr sz="675" b="1">
                <a:solidFill>
                  <a:srgbClr val="B83A2F"/>
                </a:solidFill>
              </a:rPr>
              <a:t>후보 19</a:t>
            </a:r>
          </a:p>
        </p:txBody>
      </p:sp>
      <p:sp>
        <p:nvSpPr>
          <p:cNvPr id="26" name="box-10-0-lab-3">
            <a:extLst xmlns:a="http://schemas.openxmlformats.org/drawingml/2006/main">
              <a:ext uri="{FF2B5EF4-FFF2-40B4-BE49-F238E27FC236}">
                <a16:creationId xmlns:a16="http://schemas.microsoft.com/office/drawing/2014/main" id="{73AF336F-8385-4407-8FC4-D7A59759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69594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Q4 높음</a:t>
            </a:r>
          </a:p>
        </p:txBody>
      </p:sp>
      <p:sp>
        <p:nvSpPr>
          <p:cNvPr id="27" name="box-10-0-wh-3">
            <a:extLst xmlns:a="http://schemas.openxmlformats.org/drawingml/2006/main">
              <a:ext uri="{FF2B5EF4-FFF2-40B4-BE49-F238E27FC236}">
                <a16:creationId xmlns:a16="http://schemas.microsoft.com/office/drawing/2014/main" id="{0189EEAC-A292-44E0-B25E-A657DAC5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17" y="4474369"/>
            <a:ext cx="212611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-10-0-capl-3">
            <a:extLst xmlns:a="http://schemas.openxmlformats.org/drawingml/2006/main">
              <a:ext uri="{FF2B5EF4-FFF2-40B4-BE49-F238E27FC236}">
                <a16:creationId xmlns:a16="http://schemas.microsoft.com/office/drawing/2014/main" id="{C0853004-9BE6-4BFF-A8B6-B49F003E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692" y="4388644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-10-0-caph-3">
            <a:extLst xmlns:a="http://schemas.openxmlformats.org/drawingml/2006/main">
              <a:ext uri="{FF2B5EF4-FFF2-40B4-BE49-F238E27FC236}">
                <a16:creationId xmlns:a16="http://schemas.microsoft.com/office/drawing/2014/main" id="{ED7585F7-9BC5-4899-B2DA-D677B097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808" y="4388644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-10-0-box-3">
            <a:extLst xmlns:a="http://schemas.openxmlformats.org/drawingml/2006/main">
              <a:ext uri="{FF2B5EF4-FFF2-40B4-BE49-F238E27FC236}">
                <a16:creationId xmlns:a16="http://schemas.microsoft.com/office/drawing/2014/main" id="{6D36D2DE-B35F-4C4E-9EDD-A080981D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642" y="4350544"/>
            <a:ext cx="78400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31" name="box-10-0-med-3">
            <a:extLst xmlns:a="http://schemas.openxmlformats.org/drawingml/2006/main">
              <a:ext uri="{FF2B5EF4-FFF2-40B4-BE49-F238E27FC236}">
                <a16:creationId xmlns:a16="http://schemas.microsoft.com/office/drawing/2014/main" id="{C8993D9C-63FE-4E45-B81E-F71F8E3B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766" y="4350544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x-10-0-min">
            <a:extLst xmlns:a="http://schemas.openxmlformats.org/drawingml/2006/main">
              <a:ext uri="{FF2B5EF4-FFF2-40B4-BE49-F238E27FC236}">
                <a16:creationId xmlns:a16="http://schemas.microsoft.com/office/drawing/2014/main" id="{16C7548A-F4E4-4EE3-8B87-4DF9927F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1.5</a:t>
            </a:r>
          </a:p>
        </p:txBody>
      </p:sp>
      <p:sp>
        <p:nvSpPr>
          <p:cNvPr id="33" name="box-10-0-max">
            <a:extLst xmlns:a="http://schemas.openxmlformats.org/drawingml/2006/main">
              <a:ext uri="{FF2B5EF4-FFF2-40B4-BE49-F238E27FC236}">
                <a16:creationId xmlns:a16="http://schemas.microsoft.com/office/drawing/2014/main" id="{51FDAC72-BAD8-4FFA-87B5-D6A558D8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857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8.0</a:t>
            </a:r>
          </a:p>
        </p:txBody>
      </p:sp>
      <p:sp>
        <p:nvSpPr>
          <p:cNvPr id="34" name="box-10-1-frame">
            <a:extLst xmlns:a="http://schemas.openxmlformats.org/drawingml/2006/main">
              <a:ext uri="{FF2B5EF4-FFF2-40B4-BE49-F238E27FC236}">
                <a16:creationId xmlns:a16="http://schemas.microsoft.com/office/drawing/2014/main" id="{F091476D-9A8F-4317-B853-24E89328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3333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box-10-1-title">
            <a:extLst xmlns:a="http://schemas.openxmlformats.org/drawingml/2006/main">
              <a:ext uri="{FF2B5EF4-FFF2-40B4-BE49-F238E27FC236}">
                <a16:creationId xmlns:a16="http://schemas.microsoft.com/office/drawing/2014/main" id="{D9015301-DF9E-4E0A-8497-BE4A0889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RETAINER_RING_PRESSURE</a:t>
            </a:r>
          </a:p>
        </p:txBody>
      </p:sp>
      <p:sp>
        <p:nvSpPr>
          <p:cNvPr id="36" name="box-10-1-lab-0">
            <a:extLst xmlns:a="http://schemas.openxmlformats.org/drawingml/2006/main">
              <a:ext uri="{FF2B5EF4-FFF2-40B4-BE49-F238E27FC236}">
                <a16:creationId xmlns:a16="http://schemas.microsoft.com/office/drawing/2014/main" id="{63F5A3F0-502C-4341-BFB1-003291BA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1220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Q1 낮음</a:t>
            </a:r>
          </a:p>
        </p:txBody>
      </p:sp>
      <p:sp>
        <p:nvSpPr>
          <p:cNvPr id="37" name="box-10-1-wh-0">
            <a:extLst xmlns:a="http://schemas.openxmlformats.org/drawingml/2006/main">
              <a:ext uri="{FF2B5EF4-FFF2-40B4-BE49-F238E27FC236}">
                <a16:creationId xmlns:a16="http://schemas.microsoft.com/office/drawing/2014/main" id="{9DF7A8F2-ECEA-4714-A08D-9A29B115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342" y="2516981"/>
            <a:ext cx="157479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ox-10-1-capl-0">
            <a:extLst xmlns:a="http://schemas.openxmlformats.org/drawingml/2006/main">
              <a:ext uri="{FF2B5EF4-FFF2-40B4-BE49-F238E27FC236}">
                <a16:creationId xmlns:a16="http://schemas.microsoft.com/office/drawing/2014/main" id="{CCC964C3-DFD9-421C-8DD6-9D3737EF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817" y="2431256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ox-10-1-caph-0">
            <a:extLst xmlns:a="http://schemas.openxmlformats.org/drawingml/2006/main">
              <a:ext uri="{FF2B5EF4-FFF2-40B4-BE49-F238E27FC236}">
                <a16:creationId xmlns:a16="http://schemas.microsoft.com/office/drawing/2014/main" id="{9982E7F3-B6B4-44BD-A93A-AE65266B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614" y="2431256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ox-10-1-box-0">
            <a:extLst xmlns:a="http://schemas.openxmlformats.org/drawingml/2006/main">
              <a:ext uri="{FF2B5EF4-FFF2-40B4-BE49-F238E27FC236}">
                <a16:creationId xmlns:a16="http://schemas.microsoft.com/office/drawing/2014/main" id="{EEF44443-BB10-490A-A28D-CB7D76FF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924" y="2393156"/>
            <a:ext cx="84726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41" name="box-10-1-med-0">
            <a:extLst xmlns:a="http://schemas.openxmlformats.org/drawingml/2006/main">
              <a:ext uri="{FF2B5EF4-FFF2-40B4-BE49-F238E27FC236}">
                <a16:creationId xmlns:a16="http://schemas.microsoft.com/office/drawing/2014/main" id="{08CF1EA1-B4FD-412F-A0A6-34F58450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5769" y="2393156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ox-10-1-lab-1">
            <a:extLst xmlns:a="http://schemas.openxmlformats.org/drawingml/2006/main">
              <a:ext uri="{FF2B5EF4-FFF2-40B4-BE49-F238E27FC236}">
                <a16:creationId xmlns:a16="http://schemas.microsoft.com/office/drawing/2014/main" id="{349BAA87-36E0-4C1F-9765-453B27C1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64669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Q2</a:t>
            </a:r>
          </a:p>
        </p:txBody>
      </p:sp>
      <p:sp>
        <p:nvSpPr>
          <p:cNvPr id="43" name="box-10-1-wh-1">
            <a:extLst xmlns:a="http://schemas.openxmlformats.org/drawingml/2006/main">
              <a:ext uri="{FF2B5EF4-FFF2-40B4-BE49-F238E27FC236}">
                <a16:creationId xmlns:a16="http://schemas.microsoft.com/office/drawing/2014/main" id="{6289D851-29EF-487D-A693-5B9FFD83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725" y="3169444"/>
            <a:ext cx="147006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ox-10-1-capl-1">
            <a:extLst xmlns:a="http://schemas.openxmlformats.org/drawingml/2006/main">
              <a:ext uri="{FF2B5EF4-FFF2-40B4-BE49-F238E27FC236}">
                <a16:creationId xmlns:a16="http://schemas.microsoft.com/office/drawing/2014/main" id="{77A3B2ED-D0F0-47DE-942E-5B98623A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200" y="3083719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ox-10-1-caph-1">
            <a:extLst xmlns:a="http://schemas.openxmlformats.org/drawingml/2006/main">
              <a:ext uri="{FF2B5EF4-FFF2-40B4-BE49-F238E27FC236}">
                <a16:creationId xmlns:a16="http://schemas.microsoft.com/office/drawing/2014/main" id="{7CC59AC2-77E9-4B38-89A1-EE3EB04D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61" y="3083719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ox-10-1-box-1">
            <a:extLst xmlns:a="http://schemas.openxmlformats.org/drawingml/2006/main">
              <a:ext uri="{FF2B5EF4-FFF2-40B4-BE49-F238E27FC236}">
                <a16:creationId xmlns:a16="http://schemas.microsoft.com/office/drawing/2014/main" id="{DF50A1E8-DC48-40CF-A625-1CB4A565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323" y="3045619"/>
            <a:ext cx="95939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47" name="box-10-1-med-1">
            <a:extLst xmlns:a="http://schemas.openxmlformats.org/drawingml/2006/main">
              <a:ext uri="{FF2B5EF4-FFF2-40B4-BE49-F238E27FC236}">
                <a16:creationId xmlns:a16="http://schemas.microsoft.com/office/drawing/2014/main" id="{B806BDF0-EC76-4D30-9ED3-7AB0286A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902" y="3045619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ox-10-1-lab-2">
            <a:extLst xmlns:a="http://schemas.openxmlformats.org/drawingml/2006/main">
              <a:ext uri="{FF2B5EF4-FFF2-40B4-BE49-F238E27FC236}">
                <a16:creationId xmlns:a16="http://schemas.microsoft.com/office/drawing/2014/main" id="{5E83F102-32D3-420D-84FA-3B452413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17131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Q3</a:t>
            </a:r>
          </a:p>
        </p:txBody>
      </p:sp>
      <p:sp>
        <p:nvSpPr>
          <p:cNvPr id="49" name="box-10-1-wh-2">
            <a:extLst xmlns:a="http://schemas.openxmlformats.org/drawingml/2006/main">
              <a:ext uri="{FF2B5EF4-FFF2-40B4-BE49-F238E27FC236}">
                <a16:creationId xmlns:a16="http://schemas.microsoft.com/office/drawing/2014/main" id="{8965E4AE-5240-4E62-A73F-E44CA32E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52" y="3821906"/>
            <a:ext cx="1620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ox-10-1-capl-2">
            <a:extLst xmlns:a="http://schemas.openxmlformats.org/drawingml/2006/main">
              <a:ext uri="{FF2B5EF4-FFF2-40B4-BE49-F238E27FC236}">
                <a16:creationId xmlns:a16="http://schemas.microsoft.com/office/drawing/2014/main" id="{3EC508AE-5E7A-4FDB-BA9D-E412344A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627" y="3736181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ox-10-1-caph-2">
            <a:extLst xmlns:a="http://schemas.openxmlformats.org/drawingml/2006/main">
              <a:ext uri="{FF2B5EF4-FFF2-40B4-BE49-F238E27FC236}">
                <a16:creationId xmlns:a16="http://schemas.microsoft.com/office/drawing/2014/main" id="{B220D3F1-4B7F-47EC-9288-E6401633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358" y="3736181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ox-10-1-box-2">
            <a:extLst xmlns:a="http://schemas.openxmlformats.org/drawingml/2006/main">
              <a:ext uri="{FF2B5EF4-FFF2-40B4-BE49-F238E27FC236}">
                <a16:creationId xmlns:a16="http://schemas.microsoft.com/office/drawing/2014/main" id="{57DBA7BA-AB4C-42CC-A7C1-A987D99F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0428" y="3698081"/>
            <a:ext cx="58522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53" name="box-10-1-med-2">
            <a:extLst xmlns:a="http://schemas.openxmlformats.org/drawingml/2006/main">
              <a:ext uri="{FF2B5EF4-FFF2-40B4-BE49-F238E27FC236}">
                <a16:creationId xmlns:a16="http://schemas.microsoft.com/office/drawing/2014/main" id="{C9BC61B6-92D9-49A5-8BA5-9C75CC9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11" y="3698081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ox-10-1-lab-3">
            <a:extLst xmlns:a="http://schemas.openxmlformats.org/drawingml/2006/main">
              <a:ext uri="{FF2B5EF4-FFF2-40B4-BE49-F238E27FC236}">
                <a16:creationId xmlns:a16="http://schemas.microsoft.com/office/drawing/2014/main" id="{5F91ABC4-CD8F-4F52-BBD1-ED276B7D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369594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Q4 높음</a:t>
            </a:r>
          </a:p>
        </p:txBody>
      </p:sp>
      <p:sp>
        <p:nvSpPr>
          <p:cNvPr id="55" name="box-10-1-wh-3">
            <a:extLst xmlns:a="http://schemas.openxmlformats.org/drawingml/2006/main">
              <a:ext uri="{FF2B5EF4-FFF2-40B4-BE49-F238E27FC236}">
                <a16:creationId xmlns:a16="http://schemas.microsoft.com/office/drawing/2014/main" id="{5A770E09-69AE-42A2-B559-5121F0C9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767" y="4474369"/>
            <a:ext cx="207400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ox-10-1-capl-3">
            <a:extLst xmlns:a="http://schemas.openxmlformats.org/drawingml/2006/main">
              <a:ext uri="{FF2B5EF4-FFF2-40B4-BE49-F238E27FC236}">
                <a16:creationId xmlns:a16="http://schemas.microsoft.com/office/drawing/2014/main" id="{A3A1362A-6144-4901-B87D-7E284F3F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242" y="4388644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ox-10-1-caph-3">
            <a:extLst xmlns:a="http://schemas.openxmlformats.org/drawingml/2006/main">
              <a:ext uri="{FF2B5EF4-FFF2-40B4-BE49-F238E27FC236}">
                <a16:creationId xmlns:a16="http://schemas.microsoft.com/office/drawing/2014/main" id="{B55568E5-028A-4D1C-BB4C-07C70091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244" y="4388644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ox-10-1-box-3">
            <a:extLst xmlns:a="http://schemas.openxmlformats.org/drawingml/2006/main">
              <a:ext uri="{FF2B5EF4-FFF2-40B4-BE49-F238E27FC236}">
                <a16:creationId xmlns:a16="http://schemas.microsoft.com/office/drawing/2014/main" id="{8089FBAB-70DF-498F-89D6-1A258F07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260" y="4350544"/>
            <a:ext cx="103574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59" name="box-10-1-med-3">
            <a:extLst xmlns:a="http://schemas.openxmlformats.org/drawingml/2006/main">
              <a:ext uri="{FF2B5EF4-FFF2-40B4-BE49-F238E27FC236}">
                <a16:creationId xmlns:a16="http://schemas.microsoft.com/office/drawing/2014/main" id="{AAF130E0-2682-4A13-8BA6-A1AACBE8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213" y="4350544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ox-10-1-min">
            <a:extLst xmlns:a="http://schemas.openxmlformats.org/drawingml/2006/main">
              <a:ext uri="{FF2B5EF4-FFF2-40B4-BE49-F238E27FC236}">
                <a16:creationId xmlns:a16="http://schemas.microsoft.com/office/drawing/2014/main" id="{0A0B403C-02D9-4844-8B47-72E75D12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57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310</a:t>
            </a:r>
          </a:p>
        </p:txBody>
      </p:sp>
      <p:sp>
        <p:nvSpPr>
          <p:cNvPr id="61" name="box-10-1-max">
            <a:extLst xmlns:a="http://schemas.openxmlformats.org/drawingml/2006/main">
              <a:ext uri="{FF2B5EF4-FFF2-40B4-BE49-F238E27FC236}">
                <a16:creationId xmlns:a16="http://schemas.microsoft.com/office/drawing/2014/main" id="{14DF6E53-7716-49B1-8D5E-8DF8EC6B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57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2042</a:t>
            </a:r>
          </a:p>
        </p:txBody>
      </p:sp>
      <p:sp>
        <p:nvSpPr>
          <p:cNvPr id="62" name="box-10-2-frame">
            <a:extLst xmlns:a="http://schemas.openxmlformats.org/drawingml/2006/main">
              <a:ext uri="{FF2B5EF4-FFF2-40B4-BE49-F238E27FC236}">
                <a16:creationId xmlns:a16="http://schemas.microsoft.com/office/drawing/2014/main" id="{1439CCCA-3C79-4472-9703-7B1FC8AC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52625"/>
            <a:ext cx="3333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3" name="box-10-2-title">
            <a:extLst xmlns:a="http://schemas.openxmlformats.org/drawingml/2006/main">
              <a:ext uri="{FF2B5EF4-FFF2-40B4-BE49-F238E27FC236}">
                <a16:creationId xmlns:a16="http://schemas.microsoft.com/office/drawing/2014/main" id="{93F316D7-392B-4A43-B561-AEE800F3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764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CENTER_AIR_BAG_PRESSURE</a:t>
            </a:r>
          </a:p>
        </p:txBody>
      </p:sp>
      <p:sp>
        <p:nvSpPr>
          <p:cNvPr id="64" name="box-10-2-lab-0">
            <a:extLst xmlns:a="http://schemas.openxmlformats.org/drawingml/2006/main">
              <a:ext uri="{FF2B5EF4-FFF2-40B4-BE49-F238E27FC236}">
                <a16:creationId xmlns:a16="http://schemas.microsoft.com/office/drawing/2014/main" id="{EA80791E-FE42-4A4A-A7B8-9F54FA80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1220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Q1 낮음</a:t>
            </a:r>
          </a:p>
        </p:txBody>
      </p:sp>
      <p:sp>
        <p:nvSpPr>
          <p:cNvPr id="65" name="box-10-2-wh-0">
            <a:extLst xmlns:a="http://schemas.openxmlformats.org/drawingml/2006/main">
              <a:ext uri="{FF2B5EF4-FFF2-40B4-BE49-F238E27FC236}">
                <a16:creationId xmlns:a16="http://schemas.microsoft.com/office/drawing/2014/main" id="{F6FDD229-A060-4CE9-A9A9-EB64C419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951" y="2516981"/>
            <a:ext cx="162776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ox-10-2-capl-0">
            <a:extLst xmlns:a="http://schemas.openxmlformats.org/drawingml/2006/main">
              <a:ext uri="{FF2B5EF4-FFF2-40B4-BE49-F238E27FC236}">
                <a16:creationId xmlns:a16="http://schemas.microsoft.com/office/drawing/2014/main" id="{FF3727ED-395E-434F-A0EA-41C48F84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8426" y="2431256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ox-10-2-caph-0">
            <a:extLst xmlns:a="http://schemas.openxmlformats.org/drawingml/2006/main">
              <a:ext uri="{FF2B5EF4-FFF2-40B4-BE49-F238E27FC236}">
                <a16:creationId xmlns:a16="http://schemas.microsoft.com/office/drawing/2014/main" id="{8BDFD860-E928-4699-AAEE-62D17958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192" y="2431256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ox-10-2-box-0">
            <a:extLst xmlns:a="http://schemas.openxmlformats.org/drawingml/2006/main">
              <a:ext uri="{FF2B5EF4-FFF2-40B4-BE49-F238E27FC236}">
                <a16:creationId xmlns:a16="http://schemas.microsoft.com/office/drawing/2014/main" id="{75972032-EB80-4FFC-8BF6-A05B4F31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212" y="2393156"/>
            <a:ext cx="87601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69" name="box-10-2-med-0">
            <a:extLst xmlns:a="http://schemas.openxmlformats.org/drawingml/2006/main">
              <a:ext uri="{FF2B5EF4-FFF2-40B4-BE49-F238E27FC236}">
                <a16:creationId xmlns:a16="http://schemas.microsoft.com/office/drawing/2014/main" id="{09416FC7-63DB-47EA-9634-1FC1755C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434" y="2393156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ox-10-2-lab-1">
            <a:extLst xmlns:a="http://schemas.openxmlformats.org/drawingml/2006/main">
              <a:ext uri="{FF2B5EF4-FFF2-40B4-BE49-F238E27FC236}">
                <a16:creationId xmlns:a16="http://schemas.microsoft.com/office/drawing/2014/main" id="{54E83D93-7FCC-44A2-BAE8-30CA7796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64669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Q2</a:t>
            </a:r>
          </a:p>
        </p:txBody>
      </p:sp>
      <p:sp>
        <p:nvSpPr>
          <p:cNvPr id="71" name="box-10-2-wh-1">
            <a:extLst xmlns:a="http://schemas.openxmlformats.org/drawingml/2006/main">
              <a:ext uri="{FF2B5EF4-FFF2-40B4-BE49-F238E27FC236}">
                <a16:creationId xmlns:a16="http://schemas.microsoft.com/office/drawing/2014/main" id="{A3D7CE29-E32A-4C24-A973-6B4A18B2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38" y="3169444"/>
            <a:ext cx="148436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ox-10-2-capl-1">
            <a:extLst xmlns:a="http://schemas.openxmlformats.org/drawingml/2006/main">
              <a:ext uri="{FF2B5EF4-FFF2-40B4-BE49-F238E27FC236}">
                <a16:creationId xmlns:a16="http://schemas.microsoft.com/office/drawing/2014/main" id="{0E0A8242-DA07-4D59-9C32-29504332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13" y="3083719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ox-10-2-caph-1">
            <a:extLst xmlns:a="http://schemas.openxmlformats.org/drawingml/2006/main">
              <a:ext uri="{FF2B5EF4-FFF2-40B4-BE49-F238E27FC236}">
                <a16:creationId xmlns:a16="http://schemas.microsoft.com/office/drawing/2014/main" id="{BE767F8D-AA16-420A-8E89-768105E1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1878" y="3083719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ox-10-2-box-1">
            <a:extLst xmlns:a="http://schemas.openxmlformats.org/drawingml/2006/main">
              <a:ext uri="{FF2B5EF4-FFF2-40B4-BE49-F238E27FC236}">
                <a16:creationId xmlns:a16="http://schemas.microsoft.com/office/drawing/2014/main" id="{A1D3AA02-3DB3-4B4E-83E4-26298F04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625" y="3045619"/>
            <a:ext cx="8354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75" name="box-10-2-med-1">
            <a:extLst xmlns:a="http://schemas.openxmlformats.org/drawingml/2006/main">
              <a:ext uri="{FF2B5EF4-FFF2-40B4-BE49-F238E27FC236}">
                <a16:creationId xmlns:a16="http://schemas.microsoft.com/office/drawing/2014/main" id="{A8491E4D-7E06-45D5-8549-AB1AE7E5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621" y="3045619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box-10-2-lab-2">
            <a:extLst xmlns:a="http://schemas.openxmlformats.org/drawingml/2006/main">
              <a:ext uri="{FF2B5EF4-FFF2-40B4-BE49-F238E27FC236}">
                <a16:creationId xmlns:a16="http://schemas.microsoft.com/office/drawing/2014/main" id="{469FFB9C-591C-4CC7-AEB6-2239E56C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7131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Q3</a:t>
            </a:r>
          </a:p>
        </p:txBody>
      </p:sp>
      <p:sp>
        <p:nvSpPr>
          <p:cNvPr id="77" name="box-10-2-wh-2">
            <a:extLst xmlns:a="http://schemas.openxmlformats.org/drawingml/2006/main">
              <a:ext uri="{FF2B5EF4-FFF2-40B4-BE49-F238E27FC236}">
                <a16:creationId xmlns:a16="http://schemas.microsoft.com/office/drawing/2014/main" id="{69E80E4E-1FF5-4693-847D-27C73B19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767" y="3821906"/>
            <a:ext cx="143995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box-10-2-capl-2">
            <a:extLst xmlns:a="http://schemas.openxmlformats.org/drawingml/2006/main">
              <a:ext uri="{FF2B5EF4-FFF2-40B4-BE49-F238E27FC236}">
                <a16:creationId xmlns:a16="http://schemas.microsoft.com/office/drawing/2014/main" id="{139A7BB6-481E-4136-BCD0-482155B6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242" y="3736181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box-10-2-caph-2">
            <a:extLst xmlns:a="http://schemas.openxmlformats.org/drawingml/2006/main">
              <a:ext uri="{FF2B5EF4-FFF2-40B4-BE49-F238E27FC236}">
                <a16:creationId xmlns:a16="http://schemas.microsoft.com/office/drawing/2014/main" id="{BDE18A06-5A22-4AC3-8FB7-B7973E37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196" y="3736181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box-10-2-box-2">
            <a:extLst xmlns:a="http://schemas.openxmlformats.org/drawingml/2006/main">
              <a:ext uri="{FF2B5EF4-FFF2-40B4-BE49-F238E27FC236}">
                <a16:creationId xmlns:a16="http://schemas.microsoft.com/office/drawing/2014/main" id="{72DB0DE9-7B10-492F-91CA-E8E92D77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2692" y="3698081"/>
            <a:ext cx="38975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1" name="box-10-2-med-2">
            <a:extLst xmlns:a="http://schemas.openxmlformats.org/drawingml/2006/main">
              <a:ext uri="{FF2B5EF4-FFF2-40B4-BE49-F238E27FC236}">
                <a16:creationId xmlns:a16="http://schemas.microsoft.com/office/drawing/2014/main" id="{123E105D-90D9-4A9E-8957-276E1BA7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790" y="3698081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box-10-2-lab-3">
            <a:extLst xmlns:a="http://schemas.openxmlformats.org/drawingml/2006/main">
              <a:ext uri="{FF2B5EF4-FFF2-40B4-BE49-F238E27FC236}">
                <a16:creationId xmlns:a16="http://schemas.microsoft.com/office/drawing/2014/main" id="{40B7DC4D-F55F-4D93-AC57-F89BC8B3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69594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386"/>
                </a:solidFill>
              </a:defRPr>
            </a:pPr>
            <a:r>
              <a:rPr sz="825" b="1">
                <a:solidFill>
                  <a:srgbClr val="657386"/>
                </a:solidFill>
              </a:rPr>
              <a:t>Q4 높음</a:t>
            </a:r>
          </a:p>
        </p:txBody>
      </p:sp>
      <p:sp>
        <p:nvSpPr>
          <p:cNvPr id="83" name="box-10-2-wh-3">
            <a:extLst xmlns:a="http://schemas.openxmlformats.org/drawingml/2006/main">
              <a:ext uri="{FF2B5EF4-FFF2-40B4-BE49-F238E27FC236}">
                <a16:creationId xmlns:a16="http://schemas.microsoft.com/office/drawing/2014/main" id="{E5125D8D-CEF6-4A35-ACBF-0D3A0A07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317" y="4474369"/>
            <a:ext cx="212611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box-10-2-capl-3">
            <a:extLst xmlns:a="http://schemas.openxmlformats.org/drawingml/2006/main">
              <a:ext uri="{FF2B5EF4-FFF2-40B4-BE49-F238E27FC236}">
                <a16:creationId xmlns:a16="http://schemas.microsoft.com/office/drawing/2014/main" id="{0E61B6B4-6B05-4E0A-937B-994840B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792" y="4388644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box-10-2-caph-3">
            <a:extLst xmlns:a="http://schemas.openxmlformats.org/drawingml/2006/main">
              <a:ext uri="{FF2B5EF4-FFF2-40B4-BE49-F238E27FC236}">
                <a16:creationId xmlns:a16="http://schemas.microsoft.com/office/drawing/2014/main" id="{15E238FD-5039-43D5-AF90-2D93F5E6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908" y="4388644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box-10-2-box-3">
            <a:extLst xmlns:a="http://schemas.openxmlformats.org/drawingml/2006/main">
              <a:ext uri="{FF2B5EF4-FFF2-40B4-BE49-F238E27FC236}">
                <a16:creationId xmlns:a16="http://schemas.microsoft.com/office/drawing/2014/main" id="{F12DB731-5147-41AC-8913-A395F9BC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3625" y="4350544"/>
            <a:ext cx="81891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7" name="box-10-2-med-3">
            <a:extLst xmlns:a="http://schemas.openxmlformats.org/drawingml/2006/main">
              <a:ext uri="{FF2B5EF4-FFF2-40B4-BE49-F238E27FC236}">
                <a16:creationId xmlns:a16="http://schemas.microsoft.com/office/drawing/2014/main" id="{198FD86C-90AC-453A-B986-84E33A2C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3779" y="4350544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box-10-2-min">
            <a:extLst xmlns:a="http://schemas.openxmlformats.org/drawingml/2006/main">
              <a:ext uri="{FF2B5EF4-FFF2-40B4-BE49-F238E27FC236}">
                <a16:creationId xmlns:a16="http://schemas.microsoft.com/office/drawing/2014/main" id="{FCDD095D-F83C-4936-B724-3DCE8772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57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8</a:t>
            </a:r>
          </a:p>
        </p:txBody>
      </p:sp>
      <p:sp>
        <p:nvSpPr>
          <p:cNvPr id="89" name="box-10-2-max">
            <a:extLst xmlns:a="http://schemas.openxmlformats.org/drawingml/2006/main">
              <a:ext uri="{FF2B5EF4-FFF2-40B4-BE49-F238E27FC236}">
                <a16:creationId xmlns:a16="http://schemas.microsoft.com/office/drawing/2014/main" id="{2673EF26-F384-4C58-820B-88F9DD6E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857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386"/>
                </a:solidFill>
              </a:defRPr>
            </a:pPr>
            <a:r>
              <a:rPr sz="750" b="0">
                <a:solidFill>
                  <a:srgbClr val="657386"/>
                </a:solidFill>
              </a:rPr>
              <a:t>77</a:t>
            </a:r>
          </a:p>
        </p:txBody>
      </p:sp>
      <p:sp>
        <p:nvSpPr>
          <p:cNvPr id="90" name="quart-10">
            <a:extLst xmlns:a="http://schemas.openxmlformats.org/drawingml/2006/main">
              <a:ext uri="{FF2B5EF4-FFF2-40B4-BE49-F238E27FC236}">
                <a16:creationId xmlns:a16="http://schemas.microsoft.com/office/drawing/2014/main" id="{85170CFF-219C-49E2-95F2-F0BC8C6B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386"/>
                </a:solidFill>
              </a:defRPr>
            </a:pPr>
            <a:r>
              <a:rPr sz="1125" b="1">
                <a:solidFill>
                  <a:srgbClr val="657386"/>
                </a:solidFill>
              </a:rPr>
              <a:t>MRR 그룹: Q1 낮음 → Q4 높음</a:t>
            </a:r>
          </a:p>
        </p:txBody>
      </p:sp>
      <p:sp>
        <p:nvSpPr>
          <p:cNvPr id="91" name="cond-10">
            <a:extLst xmlns:a="http://schemas.openxmlformats.org/drawingml/2006/main">
              <a:ext uri="{FF2B5EF4-FFF2-40B4-BE49-F238E27FC236}">
                <a16:creationId xmlns:a16="http://schemas.microsoft.com/office/drawing/2014/main" id="{4C74FF9D-EFCB-4193-99E2-D4F921D7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108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condt-10">
            <a:extLst xmlns:a="http://schemas.openxmlformats.org/drawingml/2006/main">
              <a:ext uri="{FF2B5EF4-FFF2-40B4-BE49-F238E27FC236}">
                <a16:creationId xmlns:a16="http://schemas.microsoft.com/office/drawing/2014/main" id="{CC91ACB4-9EB4-4A33-AD7E-CA5E4413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B3C"/>
                </a:solidFill>
              </a:defRPr>
            </a:pPr>
            <a:r>
              <a:rPr sz="1200" b="1">
                <a:solidFill>
                  <a:srgbClr val="202B3C"/>
                </a:solidFill>
              </a:rPr>
              <a:t>Box Plot의 그룹 차이는 관측상 연관성을 보여주며, 최적 조건 확정 전 동일 조건 DOE가 필요합니다.</a:t>
            </a:r>
          </a:p>
        </p:txBody>
      </p:sp>
      <p:sp>
        <p:nvSpPr>
          <p:cNvPr id="93" name="footer">
            <a:extLst xmlns:a="http://schemas.openxmlformats.org/drawingml/2006/main">
              <a:ext uri="{FF2B5EF4-FFF2-40B4-BE49-F238E27FC236}">
                <a16:creationId xmlns:a16="http://schemas.microsoft.com/office/drawing/2014/main" id="{C5704A1B-6F79-4FB1-A58B-8BEEC52A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분석값은 공개 CMP 데이터의 관측 결과이며 장비 Setpoint를 의미하지 않음</a:t>
            </a:r>
          </a:p>
        </p:txBody>
      </p:sp>
      <p:sp>
        <p:nvSpPr>
          <p:cNvPr id="94" name="brand">
            <a:extLst xmlns:a="http://schemas.openxmlformats.org/drawingml/2006/main">
              <a:ext uri="{FF2B5EF4-FFF2-40B4-BE49-F238E27FC236}">
                <a16:creationId xmlns:a16="http://schemas.microsoft.com/office/drawing/2014/main" id="{F2F93605-8304-4D86-8AC5-E6C2AA08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CMP MRR ANALYSIS</a:t>
            </a:r>
          </a:p>
        </p:txBody>
      </p:sp>
    </p:spTree>
    <p:extLst>
      <p:ext uri="{BB962C8B-B14F-4D97-AF65-F5344CB8AC3E}">
        <p14:creationId xmlns:p14="http://schemas.microsoft.com/office/powerpoint/2010/main" val="11063893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1">
            <a:extLst xmlns:a="http://schemas.openxmlformats.org/drawingml/2006/main">
              <a:ext uri="{FF2B5EF4-FFF2-40B4-BE49-F238E27FC236}">
                <a16:creationId xmlns:a16="http://schemas.microsoft.com/office/drawing/2014/main" id="{B60D9F24-B976-45A1-9869-6E8CE2C8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4. 예측모델 비교</a:t>
            </a:r>
          </a:p>
        </p:txBody>
      </p:sp>
      <p:sp>
        <p:nvSpPr>
          <p:cNvPr id="2" name="take-11">
            <a:extLst xmlns:a="http://schemas.openxmlformats.org/drawingml/2006/main">
              <a:ext uri="{FF2B5EF4-FFF2-40B4-BE49-F238E27FC236}">
                <a16:creationId xmlns:a16="http://schemas.microsoft.com/office/drawing/2014/main" id="{7033FB92-CB8B-464E-AE88-6066563B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4E"/>
                </a:solidFill>
              </a:defRPr>
            </a:pPr>
            <a:r>
              <a:rPr sz="1350" b="1">
                <a:solidFill>
                  <a:srgbClr val="F26B4E"/>
                </a:solidFill>
              </a:rPr>
              <a:t>RMSE는 낮을수록, R²는 1에 가까울수록 우수</a:t>
            </a:r>
          </a:p>
        </p:txBody>
      </p:sp>
      <p:sp>
        <p:nvSpPr>
          <p:cNvPr id="3" name="rule-11">
            <a:extLst xmlns:a="http://schemas.openxmlformats.org/drawingml/2006/main">
              <a:ext uri="{FF2B5EF4-FFF2-40B4-BE49-F238E27FC236}">
                <a16:creationId xmlns:a16="http://schemas.microsoft.com/office/drawing/2014/main" id="{8898D1DE-D475-4FF8-AB76-777C8C6A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DD43070-399D-41F0-86EB-91DE8E95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09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11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5286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a30cacf9ac444b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191250" y="1676400"/>
          <a:ext xmlns:a="http://schemas.openxmlformats.org/drawingml/2006/main" cx="5286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efefab2828459b"/>
          </a:graphicData>
        </a:graphic>
      </p:graphicFrame>
      <p:sp>
        <p:nvSpPr>
          <p:cNvPr id="7" name="metric-def">
            <a:extLst xmlns:a="http://schemas.openxmlformats.org/drawingml/2006/main">
              <a:ext uri="{FF2B5EF4-FFF2-40B4-BE49-F238E27FC236}">
                <a16:creationId xmlns:a16="http://schemas.microsoft.com/office/drawing/2014/main" id="{9FB6A266-3EC4-4F11-85E4-DE9A9E4A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8585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def-t">
            <a:extLst xmlns:a="http://schemas.openxmlformats.org/drawingml/2006/main">
              <a:ext uri="{FF2B5EF4-FFF2-40B4-BE49-F238E27FC236}">
                <a16:creationId xmlns:a16="http://schemas.microsoft.com/office/drawing/2014/main" id="{1658F3DA-ABF1-4F79-A206-2FFEF298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B3C"/>
                </a:solidFill>
              </a:defRPr>
            </a:pPr>
            <a:r>
              <a:rPr sz="1200" b="1">
                <a:solidFill>
                  <a:srgbClr val="202B3C"/>
                </a:solidFill>
              </a:rPr>
              <a:t>RMSE: 큰 오차에 더 큰 불이익을 주는 평균 예측오차  |  MAE: 평균 절대오차  |  R²: 실제 MRR 변동 중 모델이 설명한 비율</a:t>
            </a:r>
          </a:p>
        </p:txBody>
      </p:sp>
      <p:sp>
        <p:nvSpPr>
          <p:cNvPr id="9" name="metric-pick">
            <a:extLst xmlns:a="http://schemas.openxmlformats.org/drawingml/2006/main">
              <a:ext uri="{FF2B5EF4-FFF2-40B4-BE49-F238E27FC236}">
                <a16:creationId xmlns:a16="http://schemas.microsoft.com/office/drawing/2014/main" id="{B553647E-7928-4715-B42A-175C93EC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6B4E"/>
                </a:solidFill>
              </a:defRPr>
            </a:pPr>
            <a:r>
              <a:rPr sz="1275" b="1">
                <a:solidFill>
                  <a:srgbClr val="F26B4E"/>
                </a:solidFill>
              </a:rPr>
              <a:t>선정: A–Ch1 Random Forest / A–Ch4 Random Forest / B–Ch4 XGBoost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67B12B9A-7CEA-4132-A0E2-EB87DA31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분석값은 공개 CMP 데이터의 관측 결과이며 장비 Setpoint를 의미하지 않음</a:t>
            </a:r>
          </a:p>
        </p:txBody>
      </p:sp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BE6CACA5-6960-4A4F-BA4E-AE834CDB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CMP MRR ANALYSIS</a:t>
            </a:r>
          </a:p>
        </p:txBody>
      </p:sp>
    </p:spTree>
    <p:extLst>
      <p:ext uri="{BB962C8B-B14F-4D97-AF65-F5344CB8AC3E}">
        <p14:creationId xmlns:p14="http://schemas.microsoft.com/office/powerpoint/2010/main" val="12757253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itle-12">
            <a:extLst xmlns:a="http://schemas.openxmlformats.org/drawingml/2006/main">
              <a:ext uri="{FF2B5EF4-FFF2-40B4-BE49-F238E27FC236}">
                <a16:creationId xmlns:a16="http://schemas.microsoft.com/office/drawing/2014/main" id="{93D88885-F402-4185-BCD3-08CC4AA3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4-1. 하이퍼파라미터 결정</a:t>
            </a:r>
          </a:p>
        </p:txBody>
      </p:sp>
      <p:sp>
        <p:nvSpPr>
          <p:cNvPr id="2" name="take-12">
            <a:extLst xmlns:a="http://schemas.openxmlformats.org/drawingml/2006/main">
              <a:ext uri="{FF2B5EF4-FFF2-40B4-BE49-F238E27FC236}">
                <a16:creationId xmlns:a16="http://schemas.microsoft.com/office/drawing/2014/main" id="{CCC3714C-EF4A-49E6-A060-B4AFE313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4E"/>
                </a:solidFill>
              </a:defRPr>
            </a:pPr>
            <a:r>
              <a:rPr sz="1350" b="1">
                <a:solidFill>
                  <a:srgbClr val="F26B4E"/>
                </a:solidFill>
              </a:rPr>
              <a:t>3-Fold 교차검증의 평균 RMSE가 가장 낮은 조합을 선택</a:t>
            </a:r>
          </a:p>
        </p:txBody>
      </p:sp>
      <p:sp>
        <p:nvSpPr>
          <p:cNvPr id="3" name="rule-12">
            <a:extLst xmlns:a="http://schemas.openxmlformats.org/drawingml/2006/main">
              <a:ext uri="{FF2B5EF4-FFF2-40B4-BE49-F238E27FC236}">
                <a16:creationId xmlns:a16="http://schemas.microsoft.com/office/drawing/2014/main" id="{C5881924-B49C-48A0-B534-C629EDF1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FD6BFF01-C656-4CFB-9B13-ACBF68A2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09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12</a:t>
            </a:r>
          </a:p>
        </p:txBody>
      </p:sp>
      <p:sp>
        <p:nvSpPr>
          <p:cNvPr id="5" name="cv-h">
            <a:extLst xmlns:a="http://schemas.openxmlformats.org/drawingml/2006/main">
              <a:ext uri="{FF2B5EF4-FFF2-40B4-BE49-F238E27FC236}">
                <a16:creationId xmlns:a16="http://schemas.microsoft.com/office/drawing/2014/main" id="{DAEE33BF-A595-4736-B81B-2DDE764A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교차검증 절차</a:t>
            </a:r>
          </a:p>
        </p:txBody>
      </p:sp>
      <p:sp>
        <p:nvSpPr>
          <p:cNvPr id="6" name="dot-64-216-0">
            <a:extLst xmlns:a="http://schemas.openxmlformats.org/drawingml/2006/main">
              <a:ext uri="{FF2B5EF4-FFF2-40B4-BE49-F238E27FC236}">
                <a16:creationId xmlns:a16="http://schemas.microsoft.com/office/drawing/2014/main" id="{FB96A46B-2787-4302-9E93-624AA779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-64-216-0">
            <a:extLst xmlns:a="http://schemas.openxmlformats.org/drawingml/2006/main">
              <a:ext uri="{FF2B5EF4-FFF2-40B4-BE49-F238E27FC236}">
                <a16:creationId xmlns:a16="http://schemas.microsoft.com/office/drawing/2014/main" id="{9874F8FA-C555-46B6-98EF-143864E3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436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B3C"/>
                </a:solidFill>
              </a:defRPr>
            </a:pPr>
            <a:r>
              <a:rPr sz="1275" b="0">
                <a:solidFill>
                  <a:srgbClr val="202B3C"/>
                </a:solidFill>
              </a:rPr>
              <a:t>학습 데이터를 3개 묶음으로 분할</a:t>
            </a:r>
          </a:p>
        </p:txBody>
      </p:sp>
      <p:sp>
        <p:nvSpPr>
          <p:cNvPr id="8" name="dot-64-216-1">
            <a:extLst xmlns:a="http://schemas.openxmlformats.org/drawingml/2006/main">
              <a:ext uri="{FF2B5EF4-FFF2-40B4-BE49-F238E27FC236}">
                <a16:creationId xmlns:a16="http://schemas.microsoft.com/office/drawing/2014/main" id="{7A7B6744-06C4-4C2C-9E52-0DC78AD3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-64-216-1">
            <a:extLst xmlns:a="http://schemas.openxmlformats.org/drawingml/2006/main">
              <a:ext uri="{FF2B5EF4-FFF2-40B4-BE49-F238E27FC236}">
                <a16:creationId xmlns:a16="http://schemas.microsoft.com/office/drawing/2014/main" id="{9589BF65-3DAA-462D-9F60-F1BDD31B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436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B3C"/>
                </a:solidFill>
              </a:defRPr>
            </a:pPr>
            <a:r>
              <a:rPr sz="1275" b="0">
                <a:solidFill>
                  <a:srgbClr val="202B3C"/>
                </a:solidFill>
              </a:rPr>
              <a:t>2개 묶음으로 학습하고 1개 묶음으로 확인</a:t>
            </a:r>
          </a:p>
        </p:txBody>
      </p:sp>
      <p:sp>
        <p:nvSpPr>
          <p:cNvPr id="10" name="dot-64-216-2">
            <a:extLst xmlns:a="http://schemas.openxmlformats.org/drawingml/2006/main">
              <a:ext uri="{FF2B5EF4-FFF2-40B4-BE49-F238E27FC236}">
                <a16:creationId xmlns:a16="http://schemas.microsoft.com/office/drawing/2014/main" id="{D94E8D1A-93EA-4A97-AD1D-DEB18C46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-64-216-2">
            <a:extLst xmlns:a="http://schemas.openxmlformats.org/drawingml/2006/main">
              <a:ext uri="{FF2B5EF4-FFF2-40B4-BE49-F238E27FC236}">
                <a16:creationId xmlns:a16="http://schemas.microsoft.com/office/drawing/2014/main" id="{90D418EE-44C0-40FC-B12A-154A9012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436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B3C"/>
                </a:solidFill>
              </a:defRPr>
            </a:pPr>
            <a:r>
              <a:rPr sz="1275" b="0">
                <a:solidFill>
                  <a:srgbClr val="202B3C"/>
                </a:solidFill>
              </a:rPr>
              <a:t>확인 묶음을 바꿔 총 3회 반복</a:t>
            </a:r>
          </a:p>
        </p:txBody>
      </p:sp>
      <p:sp>
        <p:nvSpPr>
          <p:cNvPr id="12" name="dot-64-216-3">
            <a:extLst xmlns:a="http://schemas.openxmlformats.org/drawingml/2006/main">
              <a:ext uri="{FF2B5EF4-FFF2-40B4-BE49-F238E27FC236}">
                <a16:creationId xmlns:a16="http://schemas.microsoft.com/office/drawing/2014/main" id="{97D0764B-1827-4247-9EAE-125FA321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-64-216-3">
            <a:extLst xmlns:a="http://schemas.openxmlformats.org/drawingml/2006/main">
              <a:ext uri="{FF2B5EF4-FFF2-40B4-BE49-F238E27FC236}">
                <a16:creationId xmlns:a16="http://schemas.microsoft.com/office/drawing/2014/main" id="{10018A2F-4AD2-407F-89D8-305D800E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436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B3C"/>
                </a:solidFill>
              </a:defRPr>
            </a:pPr>
            <a:r>
              <a:rPr sz="1275" b="0">
                <a:solidFill>
                  <a:srgbClr val="202B3C"/>
                </a:solidFill>
              </a:rPr>
              <a:t>평균 RMSE가 가장 낮은 후보 조합 선택</a:t>
            </a:r>
          </a:p>
        </p:txBody>
      </p:sp>
      <p:sp>
        <p:nvSpPr>
          <p:cNvPr id="14" name="cell-170-0-610">
            <a:extLst xmlns:a="http://schemas.openxmlformats.org/drawingml/2006/main">
              <a:ext uri="{FF2B5EF4-FFF2-40B4-BE49-F238E27FC236}">
                <a16:creationId xmlns:a16="http://schemas.microsoft.com/office/drawing/2014/main" id="{FACAF8A2-A481-4870-87BF-D059FAE7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19250"/>
            <a:ext cx="1619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5" name="ct-170-0-610">
            <a:extLst xmlns:a="http://schemas.openxmlformats.org/drawingml/2006/main">
              <a:ext uri="{FF2B5EF4-FFF2-40B4-BE49-F238E27FC236}">
                <a16:creationId xmlns:a16="http://schemas.microsoft.com/office/drawing/2014/main" id="{541A2E5E-4C3D-48E0-8A08-82861117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47825"/>
            <a:ext cx="1466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공정 조건</a:t>
            </a:r>
          </a:p>
        </p:txBody>
      </p:sp>
      <p:sp>
        <p:nvSpPr>
          <p:cNvPr id="16" name="cell-170-1-780">
            <a:extLst xmlns:a="http://schemas.openxmlformats.org/drawingml/2006/main">
              <a:ext uri="{FF2B5EF4-FFF2-40B4-BE49-F238E27FC236}">
                <a16:creationId xmlns:a16="http://schemas.microsoft.com/office/drawing/2014/main" id="{DB2765C4-B492-46F4-959C-78205B66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1238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7" name="ct-170-1-780">
            <a:extLst xmlns:a="http://schemas.openxmlformats.org/drawingml/2006/main">
              <a:ext uri="{FF2B5EF4-FFF2-40B4-BE49-F238E27FC236}">
                <a16:creationId xmlns:a16="http://schemas.microsoft.com/office/drawing/2014/main" id="{126D0D6E-8642-4852-863A-785E98CA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47825"/>
            <a:ext cx="1085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선정 모델</a:t>
            </a:r>
          </a:p>
        </p:txBody>
      </p:sp>
      <p:sp>
        <p:nvSpPr>
          <p:cNvPr id="18" name="cell-170-2-910">
            <a:extLst xmlns:a="http://schemas.openxmlformats.org/drawingml/2006/main">
              <a:ext uri="{FF2B5EF4-FFF2-40B4-BE49-F238E27FC236}">
                <a16:creationId xmlns:a16="http://schemas.microsoft.com/office/drawing/2014/main" id="{24C8A039-915C-400A-9DE5-400A3953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762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9" name="ct-170-2-910">
            <a:extLst xmlns:a="http://schemas.openxmlformats.org/drawingml/2006/main">
              <a:ext uri="{FF2B5EF4-FFF2-40B4-BE49-F238E27FC236}">
                <a16:creationId xmlns:a16="http://schemas.microsoft.com/office/drawing/2014/main" id="{F5F78F99-49DC-4A81-A091-DDBC8240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47825"/>
            <a:ext cx="2609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선정 파라미터</a:t>
            </a:r>
          </a:p>
        </p:txBody>
      </p:sp>
      <p:sp>
        <p:nvSpPr>
          <p:cNvPr id="20" name="cell-215-0-610">
            <a:extLst xmlns:a="http://schemas.openxmlformats.org/drawingml/2006/main">
              <a:ext uri="{FF2B5EF4-FFF2-40B4-BE49-F238E27FC236}">
                <a16:creationId xmlns:a16="http://schemas.microsoft.com/office/drawing/2014/main" id="{A79DE79A-8633-47BC-AF16-713A3CCF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47875"/>
            <a:ext cx="1619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ct-215-0-610">
            <a:extLst xmlns:a="http://schemas.openxmlformats.org/drawingml/2006/main">
              <a:ext uri="{FF2B5EF4-FFF2-40B4-BE49-F238E27FC236}">
                <a16:creationId xmlns:a16="http://schemas.microsoft.com/office/drawing/2014/main" id="{7E4AFAD6-253B-4D5E-BB41-76BC9AE7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76450"/>
            <a:ext cx="1466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B3C"/>
                </a:solidFill>
              </a:defRPr>
            </a:pPr>
            <a:r>
              <a:rPr sz="975" b="0">
                <a:solidFill>
                  <a:srgbClr val="202B3C"/>
                </a:solidFill>
              </a:rPr>
              <a:t>Stage A–Chamber 1</a:t>
            </a:r>
          </a:p>
        </p:txBody>
      </p:sp>
      <p:sp>
        <p:nvSpPr>
          <p:cNvPr id="22" name="cell-215-1-780">
            <a:extLst xmlns:a="http://schemas.openxmlformats.org/drawingml/2006/main">
              <a:ext uri="{FF2B5EF4-FFF2-40B4-BE49-F238E27FC236}">
                <a16:creationId xmlns:a16="http://schemas.microsoft.com/office/drawing/2014/main" id="{0379BB84-19AB-4823-B458-65E79DC4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47875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ct-215-1-780">
            <a:extLst xmlns:a="http://schemas.openxmlformats.org/drawingml/2006/main">
              <a:ext uri="{FF2B5EF4-FFF2-40B4-BE49-F238E27FC236}">
                <a16:creationId xmlns:a16="http://schemas.microsoft.com/office/drawing/2014/main" id="{9E09C274-C596-403D-BB40-FD8A16A1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76450"/>
            <a:ext cx="1085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B3C"/>
                </a:solidFill>
              </a:defRPr>
            </a:pPr>
            <a:r>
              <a:rPr sz="975" b="0">
                <a:solidFill>
                  <a:srgbClr val="202B3C"/>
                </a:solidFill>
              </a:rPr>
              <a:t>Random Forest</a:t>
            </a:r>
          </a:p>
        </p:txBody>
      </p:sp>
      <p:sp>
        <p:nvSpPr>
          <p:cNvPr id="24" name="cell-215-2-910">
            <a:extLst xmlns:a="http://schemas.openxmlformats.org/drawingml/2006/main">
              <a:ext uri="{FF2B5EF4-FFF2-40B4-BE49-F238E27FC236}">
                <a16:creationId xmlns:a16="http://schemas.microsoft.com/office/drawing/2014/main" id="{1EA99701-D124-4256-A4BD-23E47923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2762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ct-215-2-910">
            <a:extLst xmlns:a="http://schemas.openxmlformats.org/drawingml/2006/main">
              <a:ext uri="{FF2B5EF4-FFF2-40B4-BE49-F238E27FC236}">
                <a16:creationId xmlns:a16="http://schemas.microsoft.com/office/drawing/2014/main" id="{7ABB4FDE-4A9D-42D4-A58B-EB423C27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76450"/>
            <a:ext cx="2609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B3C"/>
                </a:solidFill>
              </a:defRPr>
            </a:pPr>
            <a:r>
              <a:rPr sz="975" b="0">
                <a:solidFill>
                  <a:srgbClr val="202B3C"/>
                </a:solidFill>
              </a:rPr>
              <a:t>트리 300 / 최대 깊이 10 / 사용 변수 90% / 말단 최소 표본 1</a:t>
            </a:r>
          </a:p>
        </p:txBody>
      </p:sp>
      <p:sp>
        <p:nvSpPr>
          <p:cNvPr id="26" name="cell-290-0-610">
            <a:extLst xmlns:a="http://schemas.openxmlformats.org/drawingml/2006/main">
              <a:ext uri="{FF2B5EF4-FFF2-40B4-BE49-F238E27FC236}">
                <a16:creationId xmlns:a16="http://schemas.microsoft.com/office/drawing/2014/main" id="{15916C02-543A-4A41-85BA-B6AAD75E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1619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ct-290-0-610">
            <a:extLst xmlns:a="http://schemas.openxmlformats.org/drawingml/2006/main">
              <a:ext uri="{FF2B5EF4-FFF2-40B4-BE49-F238E27FC236}">
                <a16:creationId xmlns:a16="http://schemas.microsoft.com/office/drawing/2014/main" id="{1059ECC6-F0EB-443E-937B-BA0AD36F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90825"/>
            <a:ext cx="1466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B3C"/>
                </a:solidFill>
              </a:defRPr>
            </a:pPr>
            <a:r>
              <a:rPr sz="975" b="0">
                <a:solidFill>
                  <a:srgbClr val="202B3C"/>
                </a:solidFill>
              </a:rPr>
              <a:t>Stage A–Chamber 4</a:t>
            </a:r>
          </a:p>
        </p:txBody>
      </p:sp>
      <p:sp>
        <p:nvSpPr>
          <p:cNvPr id="28" name="cell-290-1-780">
            <a:extLst xmlns:a="http://schemas.openxmlformats.org/drawingml/2006/main">
              <a:ext uri="{FF2B5EF4-FFF2-40B4-BE49-F238E27FC236}">
                <a16:creationId xmlns:a16="http://schemas.microsoft.com/office/drawing/2014/main" id="{9C4C7BF8-2034-405C-85E4-8CCBDB25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62250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ct-290-1-780">
            <a:extLst xmlns:a="http://schemas.openxmlformats.org/drawingml/2006/main">
              <a:ext uri="{FF2B5EF4-FFF2-40B4-BE49-F238E27FC236}">
                <a16:creationId xmlns:a16="http://schemas.microsoft.com/office/drawing/2014/main" id="{1ABEC7BD-8D9F-476E-A25A-E39002F0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90825"/>
            <a:ext cx="1085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B3C"/>
                </a:solidFill>
              </a:defRPr>
            </a:pPr>
            <a:r>
              <a:rPr sz="975" b="0">
                <a:solidFill>
                  <a:srgbClr val="202B3C"/>
                </a:solidFill>
              </a:rPr>
              <a:t>Random Forest</a:t>
            </a:r>
          </a:p>
        </p:txBody>
      </p:sp>
      <p:sp>
        <p:nvSpPr>
          <p:cNvPr id="30" name="cell-290-2-910">
            <a:extLst xmlns:a="http://schemas.openxmlformats.org/drawingml/2006/main">
              <a:ext uri="{FF2B5EF4-FFF2-40B4-BE49-F238E27FC236}">
                <a16:creationId xmlns:a16="http://schemas.microsoft.com/office/drawing/2014/main" id="{46A45C67-78F5-4B16-8F8F-876AF913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2762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ct-290-2-910">
            <a:extLst xmlns:a="http://schemas.openxmlformats.org/drawingml/2006/main">
              <a:ext uri="{FF2B5EF4-FFF2-40B4-BE49-F238E27FC236}">
                <a16:creationId xmlns:a16="http://schemas.microsoft.com/office/drawing/2014/main" id="{B41E9FF3-EEFF-44F8-B865-3E9B694B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90825"/>
            <a:ext cx="2609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B3C"/>
                </a:solidFill>
              </a:defRPr>
            </a:pPr>
            <a:r>
              <a:rPr sz="975" b="0">
                <a:solidFill>
                  <a:srgbClr val="202B3C"/>
                </a:solidFill>
              </a:rPr>
              <a:t>트리 300 / 최대 깊이 10 / 사용 변수 90% / 말단 최소 표본 1</a:t>
            </a:r>
          </a:p>
        </p:txBody>
      </p:sp>
      <p:sp>
        <p:nvSpPr>
          <p:cNvPr id="32" name="cell-365-0-610">
            <a:extLst xmlns:a="http://schemas.openxmlformats.org/drawingml/2006/main">
              <a:ext uri="{FF2B5EF4-FFF2-40B4-BE49-F238E27FC236}">
                <a16:creationId xmlns:a16="http://schemas.microsoft.com/office/drawing/2014/main" id="{4CDDDF77-0708-49E3-879D-B21A0ADF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76625"/>
            <a:ext cx="1619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ct-365-0-610">
            <a:extLst xmlns:a="http://schemas.openxmlformats.org/drawingml/2006/main">
              <a:ext uri="{FF2B5EF4-FFF2-40B4-BE49-F238E27FC236}">
                <a16:creationId xmlns:a16="http://schemas.microsoft.com/office/drawing/2014/main" id="{F1F87376-7F96-4642-9D4D-0D9280E7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05200"/>
            <a:ext cx="1466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B3C"/>
                </a:solidFill>
              </a:defRPr>
            </a:pPr>
            <a:r>
              <a:rPr sz="975" b="0">
                <a:solidFill>
                  <a:srgbClr val="202B3C"/>
                </a:solidFill>
              </a:rPr>
              <a:t>Stage B–Chamber 4</a:t>
            </a:r>
          </a:p>
        </p:txBody>
      </p:sp>
      <p:sp>
        <p:nvSpPr>
          <p:cNvPr id="34" name="cell-365-1-780">
            <a:extLst xmlns:a="http://schemas.openxmlformats.org/drawingml/2006/main">
              <a:ext uri="{FF2B5EF4-FFF2-40B4-BE49-F238E27FC236}">
                <a16:creationId xmlns:a16="http://schemas.microsoft.com/office/drawing/2014/main" id="{FF322E9D-5FA0-4A20-989F-DC451657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76625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ct-365-1-780">
            <a:extLst xmlns:a="http://schemas.openxmlformats.org/drawingml/2006/main">
              <a:ext uri="{FF2B5EF4-FFF2-40B4-BE49-F238E27FC236}">
                <a16:creationId xmlns:a16="http://schemas.microsoft.com/office/drawing/2014/main" id="{783E9B44-0E75-42D1-A3D0-CBF711F2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05200"/>
            <a:ext cx="1085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B3C"/>
                </a:solidFill>
              </a:defRPr>
            </a:pPr>
            <a:r>
              <a:rPr sz="975" b="0">
                <a:solidFill>
                  <a:srgbClr val="202B3C"/>
                </a:solidFill>
              </a:rPr>
              <a:t>XGBoost</a:t>
            </a:r>
          </a:p>
        </p:txBody>
      </p:sp>
      <p:sp>
        <p:nvSpPr>
          <p:cNvPr id="36" name="cell-365-2-910">
            <a:extLst xmlns:a="http://schemas.openxmlformats.org/drawingml/2006/main">
              <a:ext uri="{FF2B5EF4-FFF2-40B4-BE49-F238E27FC236}">
                <a16:creationId xmlns:a16="http://schemas.microsoft.com/office/drawing/2014/main" id="{6B6772CE-DB87-462D-B508-C3DC5C69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76625"/>
            <a:ext cx="2762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ct-365-2-910">
            <a:extLst xmlns:a="http://schemas.openxmlformats.org/drawingml/2006/main">
              <a:ext uri="{FF2B5EF4-FFF2-40B4-BE49-F238E27FC236}">
                <a16:creationId xmlns:a16="http://schemas.microsoft.com/office/drawing/2014/main" id="{F98A02F1-59B2-41D6-828A-B49A3A12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05200"/>
            <a:ext cx="2609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B3C"/>
                </a:solidFill>
              </a:defRPr>
            </a:pPr>
            <a:r>
              <a:rPr sz="975" b="0">
                <a:solidFill>
                  <a:srgbClr val="202B3C"/>
                </a:solidFill>
              </a:rPr>
              <a:t>트리 200 / 최대 깊이 4 / 학습률 0.1 / 행 표본 80%</a:t>
            </a:r>
          </a:p>
        </p:txBody>
      </p:sp>
      <p:sp>
        <p:nvSpPr>
          <p:cNvPr id="38" name="hp-limit">
            <a:extLst xmlns:a="http://schemas.openxmlformats.org/drawingml/2006/main">
              <a:ext uri="{FF2B5EF4-FFF2-40B4-BE49-F238E27FC236}">
                <a16:creationId xmlns:a16="http://schemas.microsoft.com/office/drawing/2014/main" id="{8C062E22-A636-4273-A36A-C111E392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29125"/>
            <a:ext cx="5619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p-limit-h">
            <a:extLst xmlns:a="http://schemas.openxmlformats.org/drawingml/2006/main">
              <a:ext uri="{FF2B5EF4-FFF2-40B4-BE49-F238E27FC236}">
                <a16:creationId xmlns:a16="http://schemas.microsoft.com/office/drawing/2014/main" id="{40DA31E9-3E31-4BC8-804C-A150FADF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72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6B4E"/>
                </a:solidFill>
              </a:defRPr>
            </a:pPr>
            <a:r>
              <a:rPr sz="1275" b="1">
                <a:solidFill>
                  <a:srgbClr val="F26B4E"/>
                </a:solidFill>
              </a:rPr>
              <a:t>해석 범위</a:t>
            </a:r>
          </a:p>
        </p:txBody>
      </p:sp>
      <p:sp>
        <p:nvSpPr>
          <p:cNvPr id="40" name="hp-limit-t">
            <a:extLst xmlns:a="http://schemas.openxmlformats.org/drawingml/2006/main">
              <a:ext uri="{FF2B5EF4-FFF2-40B4-BE49-F238E27FC236}">
                <a16:creationId xmlns:a16="http://schemas.microsoft.com/office/drawing/2014/main" id="{8A15360C-E3BB-4091-967A-8EEA814D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76800"/>
            <a:ext cx="514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B3C"/>
                </a:solidFill>
              </a:defRPr>
            </a:pPr>
            <a:r>
              <a:rPr sz="1200" b="0">
                <a:solidFill>
                  <a:srgbClr val="202B3C"/>
                </a:solidFill>
              </a:rPr>
              <a:t>계산 가능한 후보 조합 안에서 최적값을 선택했습니다. 모든 가능한 조합을 탐색한 전역 최적값은 아닙니다.</a:t>
            </a:r>
          </a:p>
        </p:txBody>
      </p:sp>
      <p:sp>
        <p:nvSpPr>
          <p:cNvPr id="41" name="footer">
            <a:extLst xmlns:a="http://schemas.openxmlformats.org/drawingml/2006/main">
              <a:ext uri="{FF2B5EF4-FFF2-40B4-BE49-F238E27FC236}">
                <a16:creationId xmlns:a16="http://schemas.microsoft.com/office/drawing/2014/main" id="{75DBE99A-4BE7-4D60-9656-ADD94242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분석값은 공개 CMP 데이터의 관측 결과이며 장비 Setpoint를 의미하지 않음</a:t>
            </a:r>
          </a:p>
        </p:txBody>
      </p:sp>
      <p:sp>
        <p:nvSpPr>
          <p:cNvPr id="42" name="brand">
            <a:extLst xmlns:a="http://schemas.openxmlformats.org/drawingml/2006/main">
              <a:ext uri="{FF2B5EF4-FFF2-40B4-BE49-F238E27FC236}">
                <a16:creationId xmlns:a16="http://schemas.microsoft.com/office/drawing/2014/main" id="{F44B8670-8E59-4143-843C-CB439929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CMP MRR ANALYSIS</a:t>
            </a:r>
          </a:p>
        </p:txBody>
      </p:sp>
    </p:spTree>
    <p:extLst>
      <p:ext uri="{BB962C8B-B14F-4D97-AF65-F5344CB8AC3E}">
        <p14:creationId xmlns:p14="http://schemas.microsoft.com/office/powerpoint/2010/main" val="19952737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13">
            <a:extLst xmlns:a="http://schemas.openxmlformats.org/drawingml/2006/main">
              <a:ext uri="{FF2B5EF4-FFF2-40B4-BE49-F238E27FC236}">
                <a16:creationId xmlns:a16="http://schemas.microsoft.com/office/drawing/2014/main" id="{B1562BA9-5A3F-45E5-A1A6-90794F09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5. 최종 예측 성능</a:t>
            </a:r>
          </a:p>
        </p:txBody>
      </p:sp>
      <p:sp>
        <p:nvSpPr>
          <p:cNvPr id="2" name="take-13">
            <a:extLst xmlns:a="http://schemas.openxmlformats.org/drawingml/2006/main">
              <a:ext uri="{FF2B5EF4-FFF2-40B4-BE49-F238E27FC236}">
                <a16:creationId xmlns:a16="http://schemas.microsoft.com/office/drawing/2014/main" id="{AEE59515-083B-4AF2-B62B-A844C6F5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4E"/>
                </a:solidFill>
              </a:defRPr>
            </a:pPr>
            <a:r>
              <a:rPr sz="1350" b="1">
                <a:solidFill>
                  <a:srgbClr val="F26B4E"/>
                </a:solidFill>
              </a:rPr>
              <a:t>독립 시험 데이터에서 A–Ch4와 B–Ch4의 설명력이 높음</a:t>
            </a:r>
          </a:p>
        </p:txBody>
      </p:sp>
      <p:sp>
        <p:nvSpPr>
          <p:cNvPr id="3" name="rule-13">
            <a:extLst xmlns:a="http://schemas.openxmlformats.org/drawingml/2006/main">
              <a:ext uri="{FF2B5EF4-FFF2-40B4-BE49-F238E27FC236}">
                <a16:creationId xmlns:a16="http://schemas.microsoft.com/office/drawing/2014/main" id="{71F8A84A-614D-4B8A-AEA6-3C4DBF22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CA0CA189-C28F-42D2-925A-1E6377EC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09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13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3333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e9712526af444f"/>
          </a:graphicData>
        </a:graphic>
      </p:graphicFrame>
      <p:sp>
        <p:nvSpPr>
          <p:cNvPr id="6" name="sc-title-0">
            <a:extLst xmlns:a="http://schemas.openxmlformats.org/drawingml/2006/main">
              <a:ext uri="{FF2B5EF4-FFF2-40B4-BE49-F238E27FC236}">
                <a16:creationId xmlns:a16="http://schemas.microsoft.com/office/drawing/2014/main" id="{84A1CBAA-D05B-4A37-A276-4933070F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Stage A–Chamber 1</a:t>
            </a:r>
          </a:p>
        </p:txBody>
      </p:sp>
      <p:sp>
        <p:nvSpPr>
          <p:cNvPr id="7" name="lb-Random Forest · 시험 73개-64">
            <a:extLst xmlns:a="http://schemas.openxmlformats.org/drawingml/2006/main">
              <a:ext uri="{FF2B5EF4-FFF2-40B4-BE49-F238E27FC236}">
                <a16:creationId xmlns:a16="http://schemas.microsoft.com/office/drawing/2014/main" id="{ABCE9F4D-F7B1-4964-8148-BFA017E0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333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bl-Random Forest · 시험 73개-64">
            <a:extLst xmlns:a="http://schemas.openxmlformats.org/drawingml/2006/main">
              <a:ext uri="{FF2B5EF4-FFF2-40B4-BE49-F238E27FC236}">
                <a16:creationId xmlns:a16="http://schemas.microsoft.com/office/drawing/2014/main" id="{17175CB0-4621-46F9-94D4-5B5E9C87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9107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Random Forest · 시험 73개</a:t>
            </a:r>
          </a:p>
        </p:txBody>
      </p:sp>
      <p:sp>
        <p:nvSpPr>
          <p:cNvPr id="9" name="lbv-Random Forest · 시험 73개-64">
            <a:extLst xmlns:a="http://schemas.openxmlformats.org/drawingml/2006/main">
              <a:ext uri="{FF2B5EF4-FFF2-40B4-BE49-F238E27FC236}">
                <a16:creationId xmlns:a16="http://schemas.microsoft.com/office/drawing/2014/main" id="{85D5C861-CD01-4813-90E7-6409BFF7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RMSE 3.18 | MAE 2.54 | R² 0.301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4248150" y="1676400"/>
          <a:ext xmlns:a="http://schemas.openxmlformats.org/drawingml/2006/main" cx="3333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7353e9e5e448dd"/>
          </a:graphicData>
        </a:graphic>
      </p:graphicFrame>
      <p:sp>
        <p:nvSpPr>
          <p:cNvPr id="11" name="sc-title-1">
            <a:extLst xmlns:a="http://schemas.openxmlformats.org/drawingml/2006/main">
              <a:ext uri="{FF2B5EF4-FFF2-40B4-BE49-F238E27FC236}">
                <a16:creationId xmlns:a16="http://schemas.microsoft.com/office/drawing/2014/main" id="{D1B9D977-E77B-4167-BA14-5DFCADFD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81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Stage A–Chamber 4</a:t>
            </a:r>
          </a:p>
        </p:txBody>
      </p:sp>
      <p:sp>
        <p:nvSpPr>
          <p:cNvPr id="12" name="lb-Random Forest · 시험 163개-446">
            <a:extLst xmlns:a="http://schemas.openxmlformats.org/drawingml/2006/main">
              <a:ext uri="{FF2B5EF4-FFF2-40B4-BE49-F238E27FC236}">
                <a16:creationId xmlns:a16="http://schemas.microsoft.com/office/drawing/2014/main" id="{22033E34-A4CF-4116-B94E-43803F3C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14875"/>
            <a:ext cx="3333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bl-Random Forest · 시험 163개-446">
            <a:extLst xmlns:a="http://schemas.openxmlformats.org/drawingml/2006/main">
              <a:ext uri="{FF2B5EF4-FFF2-40B4-BE49-F238E27FC236}">
                <a16:creationId xmlns:a16="http://schemas.microsoft.com/office/drawing/2014/main" id="{9D3EC748-20D1-43CF-9DAE-054D1D38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9107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Random Forest · 시험 163개</a:t>
            </a:r>
          </a:p>
        </p:txBody>
      </p:sp>
      <p:sp>
        <p:nvSpPr>
          <p:cNvPr id="14" name="lbv-Random Forest · 시험 163개-446">
            <a:extLst xmlns:a="http://schemas.openxmlformats.org/drawingml/2006/main">
              <a:ext uri="{FF2B5EF4-FFF2-40B4-BE49-F238E27FC236}">
                <a16:creationId xmlns:a16="http://schemas.microsoft.com/office/drawing/2014/main" id="{B3F3931A-D027-42CC-9D7E-A509C7B0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1015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RMSE 2.83 | MAE 2.13 | R² 0.805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7886700" y="1676400"/>
          <a:ext xmlns:a="http://schemas.openxmlformats.org/drawingml/2006/main" cx="3333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375fc7dc734bbf"/>
          </a:graphicData>
        </a:graphic>
      </p:graphicFrame>
      <p:sp>
        <p:nvSpPr>
          <p:cNvPr id="16" name="sc-title-2">
            <a:extLst xmlns:a="http://schemas.openxmlformats.org/drawingml/2006/main">
              <a:ext uri="{FF2B5EF4-FFF2-40B4-BE49-F238E27FC236}">
                <a16:creationId xmlns:a16="http://schemas.microsoft.com/office/drawing/2014/main" id="{09D11FF7-9BF9-4CF3-AB34-74C6CD4E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81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Stage B–Chamber 4</a:t>
            </a:r>
          </a:p>
        </p:txBody>
      </p:sp>
      <p:sp>
        <p:nvSpPr>
          <p:cNvPr id="17" name="lb-XGBoost · 시험 186개-828">
            <a:extLst xmlns:a="http://schemas.openxmlformats.org/drawingml/2006/main">
              <a:ext uri="{FF2B5EF4-FFF2-40B4-BE49-F238E27FC236}">
                <a16:creationId xmlns:a16="http://schemas.microsoft.com/office/drawing/2014/main" id="{1091A8D1-05A6-4745-BC2B-748D6AD6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333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bl-XGBoost · 시험 186개-828">
            <a:extLst xmlns:a="http://schemas.openxmlformats.org/drawingml/2006/main">
              <a:ext uri="{FF2B5EF4-FFF2-40B4-BE49-F238E27FC236}">
                <a16:creationId xmlns:a16="http://schemas.microsoft.com/office/drawing/2014/main" id="{42F2F387-CE79-4D65-8053-3F8AEEAA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9107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XGBoost · 시험 186개</a:t>
            </a:r>
          </a:p>
        </p:txBody>
      </p:sp>
      <p:sp>
        <p:nvSpPr>
          <p:cNvPr id="19" name="lbv-XGBoost · 시험 186개-828">
            <a:extLst xmlns:a="http://schemas.openxmlformats.org/drawingml/2006/main">
              <a:ext uri="{FF2B5EF4-FFF2-40B4-BE49-F238E27FC236}">
                <a16:creationId xmlns:a16="http://schemas.microsoft.com/office/drawing/2014/main" id="{2366A55B-6C36-45D8-A11E-CE2D5060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RMSE 3.54 | MAE 2.58 | R² 0.827</a:t>
            </a:r>
          </a:p>
        </p:txBody>
      </p:sp>
      <p:sp>
        <p:nvSpPr>
          <p:cNvPr id="20" name="test-note">
            <a:extLst xmlns:a="http://schemas.openxmlformats.org/drawingml/2006/main">
              <a:ext uri="{FF2B5EF4-FFF2-40B4-BE49-F238E27FC236}">
                <a16:creationId xmlns:a16="http://schemas.microsoft.com/office/drawing/2014/main" id="{4758119E-1F4C-458C-A0A7-DF6ABED9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3A2F"/>
                </a:solidFill>
              </a:defRPr>
            </a:pPr>
            <a:r>
              <a:rPr sz="1275" b="1">
                <a:solidFill>
                  <a:srgbClr val="B83A2F"/>
                </a:solidFill>
              </a:rPr>
              <a:t>A–Ch1은 R² 0.301로 예측 설명력이 제한적이므로 추가 Sensor·Recipe 정보 확보 전 운전 판단에 직접 사용하지 않습니다.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9BFD41A5-99E1-4FB2-8E8E-A24BA101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분석값은 공개 CMP 데이터의 관측 결과이며 장비 Setpoint를 의미하지 않음</a:t>
            </a:r>
          </a:p>
        </p:txBody>
      </p:sp>
      <p:sp>
        <p:nvSpPr>
          <p:cNvPr id="22" name="brand">
            <a:extLst xmlns:a="http://schemas.openxmlformats.org/drawingml/2006/main">
              <a:ext uri="{FF2B5EF4-FFF2-40B4-BE49-F238E27FC236}">
                <a16:creationId xmlns:a16="http://schemas.microsoft.com/office/drawing/2014/main" id="{88EEC7E0-558C-4518-BEE1-DDF49F71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CMP MRR ANALYSIS</a:t>
            </a:r>
          </a:p>
        </p:txBody>
      </p:sp>
    </p:spTree>
    <p:extLst>
      <p:ext uri="{BB962C8B-B14F-4D97-AF65-F5344CB8AC3E}">
        <p14:creationId xmlns:p14="http://schemas.microsoft.com/office/powerpoint/2010/main" val="10865789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title-14">
            <a:extLst xmlns:a="http://schemas.openxmlformats.org/drawingml/2006/main">
              <a:ext uri="{FF2B5EF4-FFF2-40B4-BE49-F238E27FC236}">
                <a16:creationId xmlns:a16="http://schemas.microsoft.com/office/drawing/2014/main" id="{F8ABB027-813C-430F-B407-00F12561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6. 목표 Sensor 조건 후보</a:t>
            </a:r>
          </a:p>
        </p:txBody>
      </p:sp>
      <p:sp>
        <p:nvSpPr>
          <p:cNvPr id="2" name="take-14">
            <a:extLst xmlns:a="http://schemas.openxmlformats.org/drawingml/2006/main">
              <a:ext uri="{FF2B5EF4-FFF2-40B4-BE49-F238E27FC236}">
                <a16:creationId xmlns:a16="http://schemas.microsoft.com/office/drawing/2014/main" id="{D4098CBB-43DF-42E3-9751-6AD968D8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4E"/>
                </a:solidFill>
              </a:defRPr>
            </a:pPr>
            <a:r>
              <a:rPr sz="1350" b="1">
                <a:solidFill>
                  <a:srgbClr val="F26B4E"/>
                </a:solidFill>
              </a:rPr>
              <a:t>목표 MRR 중심 50%에서 관측된 Sensor 범위를 조건 후보로 제시</a:t>
            </a:r>
          </a:p>
        </p:txBody>
      </p:sp>
      <p:sp>
        <p:nvSpPr>
          <p:cNvPr id="3" name="rule-14">
            <a:extLst xmlns:a="http://schemas.openxmlformats.org/drawingml/2006/main">
              <a:ext uri="{FF2B5EF4-FFF2-40B4-BE49-F238E27FC236}">
                <a16:creationId xmlns:a16="http://schemas.microsoft.com/office/drawing/2014/main" id="{26D0D3A4-F370-46EA-9470-1D5E65E7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971BAC64-0FF6-4ECD-BB43-6A316F05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09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386"/>
                </a:solidFill>
              </a:defRPr>
            </a:pPr>
            <a:r>
              <a:rPr sz="1050" b="1">
                <a:solidFill>
                  <a:srgbClr val="657386"/>
                </a:solidFill>
              </a:rPr>
              <a:t>14</a:t>
            </a:r>
          </a:p>
        </p:txBody>
      </p:sp>
      <p:sp>
        <p:nvSpPr>
          <p:cNvPr id="5" name="cell-165-0-64">
            <a:extLst xmlns:a="http://schemas.openxmlformats.org/drawingml/2006/main">
              <a:ext uri="{FF2B5EF4-FFF2-40B4-BE49-F238E27FC236}">
                <a16:creationId xmlns:a16="http://schemas.microsoft.com/office/drawing/2014/main" id="{9B2F31EA-5BB4-4298-8545-6BD22BA1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6" name="ct-165-0-64">
            <a:extLst xmlns:a="http://schemas.openxmlformats.org/drawingml/2006/main">
              <a:ext uri="{FF2B5EF4-FFF2-40B4-BE49-F238E27FC236}">
                <a16:creationId xmlns:a16="http://schemas.microsoft.com/office/drawing/2014/main" id="{F74D24CF-2EAE-45FB-8F25-C85CA5DE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공정 조건</a:t>
            </a:r>
          </a:p>
        </p:txBody>
      </p:sp>
      <p:sp>
        <p:nvSpPr>
          <p:cNvPr id="7" name="cell-165-1-334">
            <a:extLst xmlns:a="http://schemas.openxmlformats.org/drawingml/2006/main">
              <a:ext uri="{FF2B5EF4-FFF2-40B4-BE49-F238E27FC236}">
                <a16:creationId xmlns:a16="http://schemas.microsoft.com/office/drawing/2014/main" id="{0BA15803-CEB9-4991-B445-01B83441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71625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8" name="ct-165-1-334">
            <a:extLst xmlns:a="http://schemas.openxmlformats.org/drawingml/2006/main">
              <a:ext uri="{FF2B5EF4-FFF2-40B4-BE49-F238E27FC236}">
                <a16:creationId xmlns:a16="http://schemas.microsoft.com/office/drawing/2014/main" id="{06DC755B-E669-4DFB-B70D-5E685CD5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00200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우선 Sensor</a:t>
            </a:r>
          </a:p>
        </p:txBody>
      </p:sp>
      <p:sp>
        <p:nvSpPr>
          <p:cNvPr id="9" name="cell-165-2-674">
            <a:extLst xmlns:a="http://schemas.openxmlformats.org/drawingml/2006/main">
              <a:ext uri="{FF2B5EF4-FFF2-40B4-BE49-F238E27FC236}">
                <a16:creationId xmlns:a16="http://schemas.microsoft.com/office/drawing/2014/main" id="{1C64A252-85DF-4B18-8E8F-E3A85B0B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7162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0" name="ct-165-2-674">
            <a:extLst xmlns:a="http://schemas.openxmlformats.org/drawingml/2006/main">
              <a:ext uri="{FF2B5EF4-FFF2-40B4-BE49-F238E27FC236}">
                <a16:creationId xmlns:a16="http://schemas.microsoft.com/office/drawing/2014/main" id="{467C4729-C3D4-4996-81B3-FA39BE4C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002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관측 Q1</a:t>
            </a:r>
          </a:p>
        </p:txBody>
      </p:sp>
      <p:sp>
        <p:nvSpPr>
          <p:cNvPr id="11" name="cell-165-3-834">
            <a:extLst xmlns:a="http://schemas.openxmlformats.org/drawingml/2006/main">
              <a:ext uri="{FF2B5EF4-FFF2-40B4-BE49-F238E27FC236}">
                <a16:creationId xmlns:a16="http://schemas.microsoft.com/office/drawing/2014/main" id="{6998C014-F52A-4786-931E-CA9EDE93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7162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2" name="ct-165-3-834">
            <a:extLst xmlns:a="http://schemas.openxmlformats.org/drawingml/2006/main">
              <a:ext uri="{FF2B5EF4-FFF2-40B4-BE49-F238E27FC236}">
                <a16:creationId xmlns:a16="http://schemas.microsoft.com/office/drawing/2014/main" id="{18719FCA-C217-4D6A-B5A5-D44B0375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중앙값</a:t>
            </a:r>
          </a:p>
        </p:txBody>
      </p:sp>
      <p:sp>
        <p:nvSpPr>
          <p:cNvPr id="13" name="cell-165-4-994">
            <a:extLst xmlns:a="http://schemas.openxmlformats.org/drawingml/2006/main">
              <a:ext uri="{FF2B5EF4-FFF2-40B4-BE49-F238E27FC236}">
                <a16:creationId xmlns:a16="http://schemas.microsoft.com/office/drawing/2014/main" id="{E62AAA25-5EFE-4574-9924-F122E268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7162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ct-165-4-994">
            <a:extLst xmlns:a="http://schemas.openxmlformats.org/drawingml/2006/main">
              <a:ext uri="{FF2B5EF4-FFF2-40B4-BE49-F238E27FC236}">
                <a16:creationId xmlns:a16="http://schemas.microsoft.com/office/drawing/2014/main" id="{425C2257-741A-46FB-89E3-AACEE6CC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002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관측 Q3</a:t>
            </a:r>
          </a:p>
        </p:txBody>
      </p:sp>
      <p:sp>
        <p:nvSpPr>
          <p:cNvPr id="15" name="cell-209-0-64">
            <a:extLst xmlns:a="http://schemas.openxmlformats.org/drawingml/2006/main">
              <a:ext uri="{FF2B5EF4-FFF2-40B4-BE49-F238E27FC236}">
                <a16:creationId xmlns:a16="http://schemas.microsoft.com/office/drawing/2014/main" id="{0A8DAAF1-EF53-464B-BF35-13960D19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ct-209-0-64">
            <a:extLst xmlns:a="http://schemas.openxmlformats.org/drawingml/2006/main">
              <a:ext uri="{FF2B5EF4-FFF2-40B4-BE49-F238E27FC236}">
                <a16:creationId xmlns:a16="http://schemas.microsoft.com/office/drawing/2014/main" id="{EFFEB3E8-20BA-4E8A-A5E0-B3BCFEDE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419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Stage A–Chamber 1</a:t>
            </a:r>
          </a:p>
        </p:txBody>
      </p:sp>
      <p:sp>
        <p:nvSpPr>
          <p:cNvPr id="17" name="cell-209-1-334">
            <a:extLst xmlns:a="http://schemas.openxmlformats.org/drawingml/2006/main">
              <a:ext uri="{FF2B5EF4-FFF2-40B4-BE49-F238E27FC236}">
                <a16:creationId xmlns:a16="http://schemas.microsoft.com/office/drawing/2014/main" id="{C73C29FD-DF3A-453A-963D-6B6898ED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90725"/>
            <a:ext cx="323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ct-209-1-334">
            <a:extLst xmlns:a="http://schemas.openxmlformats.org/drawingml/2006/main">
              <a:ext uri="{FF2B5EF4-FFF2-40B4-BE49-F238E27FC236}">
                <a16:creationId xmlns:a16="http://schemas.microsoft.com/office/drawing/2014/main" id="{8E470501-5237-4372-A9FE-88673033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19300"/>
            <a:ext cx="308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HEAD_ROTATION</a:t>
            </a:r>
          </a:p>
        </p:txBody>
      </p:sp>
      <p:sp>
        <p:nvSpPr>
          <p:cNvPr id="19" name="cell-209-2-674">
            <a:extLst xmlns:a="http://schemas.openxmlformats.org/drawingml/2006/main">
              <a:ext uri="{FF2B5EF4-FFF2-40B4-BE49-F238E27FC236}">
                <a16:creationId xmlns:a16="http://schemas.microsoft.com/office/drawing/2014/main" id="{50425427-AFCD-4E54-BA69-0EA1D94D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90725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ct-209-2-674">
            <a:extLst xmlns:a="http://schemas.openxmlformats.org/drawingml/2006/main">
              <a:ext uri="{FF2B5EF4-FFF2-40B4-BE49-F238E27FC236}">
                <a16:creationId xmlns:a16="http://schemas.microsoft.com/office/drawing/2014/main" id="{4DC94094-4965-417F-8B17-5DBC0637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19300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158.30</a:t>
            </a:r>
          </a:p>
        </p:txBody>
      </p:sp>
      <p:sp>
        <p:nvSpPr>
          <p:cNvPr id="21" name="cell-209-3-834">
            <a:extLst xmlns:a="http://schemas.openxmlformats.org/drawingml/2006/main">
              <a:ext uri="{FF2B5EF4-FFF2-40B4-BE49-F238E27FC236}">
                <a16:creationId xmlns:a16="http://schemas.microsoft.com/office/drawing/2014/main" id="{7DC265FA-8EB4-46F7-ADAF-E4D71B9A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90725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ct-209-3-834">
            <a:extLst xmlns:a="http://schemas.openxmlformats.org/drawingml/2006/main">
              <a:ext uri="{FF2B5EF4-FFF2-40B4-BE49-F238E27FC236}">
                <a16:creationId xmlns:a16="http://schemas.microsoft.com/office/drawing/2014/main" id="{623976A1-AD58-461B-AD42-51917882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19300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158.60</a:t>
            </a:r>
          </a:p>
        </p:txBody>
      </p:sp>
      <p:sp>
        <p:nvSpPr>
          <p:cNvPr id="23" name="cell-209-4-994">
            <a:extLst xmlns:a="http://schemas.openxmlformats.org/drawingml/2006/main">
              <a:ext uri="{FF2B5EF4-FFF2-40B4-BE49-F238E27FC236}">
                <a16:creationId xmlns:a16="http://schemas.microsoft.com/office/drawing/2014/main" id="{7040311D-D62E-4430-B31F-D9AE2B4A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90725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ct-209-4-994">
            <a:extLst xmlns:a="http://schemas.openxmlformats.org/drawingml/2006/main">
              <a:ext uri="{FF2B5EF4-FFF2-40B4-BE49-F238E27FC236}">
                <a16:creationId xmlns:a16="http://schemas.microsoft.com/office/drawing/2014/main" id="{271CA5FF-E5F5-42F4-8C88-F2B24BFC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19300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159.67</a:t>
            </a:r>
          </a:p>
        </p:txBody>
      </p:sp>
      <p:sp>
        <p:nvSpPr>
          <p:cNvPr id="25" name="cell-254-0-64">
            <a:extLst xmlns:a="http://schemas.openxmlformats.org/drawingml/2006/main">
              <a:ext uri="{FF2B5EF4-FFF2-40B4-BE49-F238E27FC236}">
                <a16:creationId xmlns:a16="http://schemas.microsoft.com/office/drawing/2014/main" id="{7EA0F6F7-3603-40B7-932A-6F2D6E31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ct-254-0-64">
            <a:extLst xmlns:a="http://schemas.openxmlformats.org/drawingml/2006/main">
              <a:ext uri="{FF2B5EF4-FFF2-40B4-BE49-F238E27FC236}">
                <a16:creationId xmlns:a16="http://schemas.microsoft.com/office/drawing/2014/main" id="{5DE18332-723D-4CE5-8192-EC70AF50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2419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Stage A–Chamber 4</a:t>
            </a:r>
          </a:p>
        </p:txBody>
      </p:sp>
      <p:sp>
        <p:nvSpPr>
          <p:cNvPr id="27" name="cell-254-1-334">
            <a:extLst xmlns:a="http://schemas.openxmlformats.org/drawingml/2006/main">
              <a:ext uri="{FF2B5EF4-FFF2-40B4-BE49-F238E27FC236}">
                <a16:creationId xmlns:a16="http://schemas.microsoft.com/office/drawing/2014/main" id="{D2651EA8-D288-4558-96A6-4324FA08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19350"/>
            <a:ext cx="323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ct-254-1-334">
            <a:extLst xmlns:a="http://schemas.openxmlformats.org/drawingml/2006/main">
              <a:ext uri="{FF2B5EF4-FFF2-40B4-BE49-F238E27FC236}">
                <a16:creationId xmlns:a16="http://schemas.microsoft.com/office/drawing/2014/main" id="{C6829674-DB42-4ABE-83D6-8ADAD21C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47925"/>
            <a:ext cx="308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EDGE_AIR_BAG_PRESSURE</a:t>
            </a:r>
          </a:p>
        </p:txBody>
      </p:sp>
      <p:sp>
        <p:nvSpPr>
          <p:cNvPr id="29" name="cell-254-2-674">
            <a:extLst xmlns:a="http://schemas.openxmlformats.org/drawingml/2006/main">
              <a:ext uri="{FF2B5EF4-FFF2-40B4-BE49-F238E27FC236}">
                <a16:creationId xmlns:a16="http://schemas.microsoft.com/office/drawing/2014/main" id="{6D207769-C50E-4582-8553-9BE70660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ct-254-2-674">
            <a:extLst xmlns:a="http://schemas.openxmlformats.org/drawingml/2006/main">
              <a:ext uri="{FF2B5EF4-FFF2-40B4-BE49-F238E27FC236}">
                <a16:creationId xmlns:a16="http://schemas.microsoft.com/office/drawing/2014/main" id="{BD042A90-BA7A-4041-A9DB-10EAB10B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47925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20.19</a:t>
            </a:r>
          </a:p>
        </p:txBody>
      </p:sp>
      <p:sp>
        <p:nvSpPr>
          <p:cNvPr id="31" name="cell-254-3-834">
            <a:extLst xmlns:a="http://schemas.openxmlformats.org/drawingml/2006/main">
              <a:ext uri="{FF2B5EF4-FFF2-40B4-BE49-F238E27FC236}">
                <a16:creationId xmlns:a16="http://schemas.microsoft.com/office/drawing/2014/main" id="{8C901490-E06D-4DE0-9BC8-890E8B94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19350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ct-254-3-834">
            <a:extLst xmlns:a="http://schemas.openxmlformats.org/drawingml/2006/main">
              <a:ext uri="{FF2B5EF4-FFF2-40B4-BE49-F238E27FC236}">
                <a16:creationId xmlns:a16="http://schemas.microsoft.com/office/drawing/2014/main" id="{B5A7B2C4-265F-4766-BE95-011F743E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47925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38.12</a:t>
            </a:r>
          </a:p>
        </p:txBody>
      </p:sp>
      <p:sp>
        <p:nvSpPr>
          <p:cNvPr id="33" name="cell-254-4-994">
            <a:extLst xmlns:a="http://schemas.openxmlformats.org/drawingml/2006/main">
              <a:ext uri="{FF2B5EF4-FFF2-40B4-BE49-F238E27FC236}">
                <a16:creationId xmlns:a16="http://schemas.microsoft.com/office/drawing/2014/main" id="{DDD2AF97-4ABD-46C1-AB8A-A6FC8056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19350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ct-254-4-994">
            <a:extLst xmlns:a="http://schemas.openxmlformats.org/drawingml/2006/main">
              <a:ext uri="{FF2B5EF4-FFF2-40B4-BE49-F238E27FC236}">
                <a16:creationId xmlns:a16="http://schemas.microsoft.com/office/drawing/2014/main" id="{51C85824-132B-449F-852B-9706CFA9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47925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38.87</a:t>
            </a:r>
          </a:p>
        </p:txBody>
      </p:sp>
      <p:sp>
        <p:nvSpPr>
          <p:cNvPr id="35" name="cell-299-0-64">
            <a:extLst xmlns:a="http://schemas.openxmlformats.org/drawingml/2006/main">
              <a:ext uri="{FF2B5EF4-FFF2-40B4-BE49-F238E27FC236}">
                <a16:creationId xmlns:a16="http://schemas.microsoft.com/office/drawing/2014/main" id="{99204F61-AD22-4CCA-B977-8809BE21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ct-299-0-64">
            <a:extLst xmlns:a="http://schemas.openxmlformats.org/drawingml/2006/main">
              <a:ext uri="{FF2B5EF4-FFF2-40B4-BE49-F238E27FC236}">
                <a16:creationId xmlns:a16="http://schemas.microsoft.com/office/drawing/2014/main" id="{6F72B575-8290-48E0-99AD-DA209670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419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Stage A–Chamber 4</a:t>
            </a:r>
          </a:p>
        </p:txBody>
      </p:sp>
      <p:sp>
        <p:nvSpPr>
          <p:cNvPr id="37" name="cell-299-1-334">
            <a:extLst xmlns:a="http://schemas.openxmlformats.org/drawingml/2006/main">
              <a:ext uri="{FF2B5EF4-FFF2-40B4-BE49-F238E27FC236}">
                <a16:creationId xmlns:a16="http://schemas.microsoft.com/office/drawing/2014/main" id="{793418DB-CF80-40CB-876C-607603B7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47975"/>
            <a:ext cx="323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ct-299-1-334">
            <a:extLst xmlns:a="http://schemas.openxmlformats.org/drawingml/2006/main">
              <a:ext uri="{FF2B5EF4-FFF2-40B4-BE49-F238E27FC236}">
                <a16:creationId xmlns:a16="http://schemas.microsoft.com/office/drawing/2014/main" id="{239B5E9A-35B8-42ED-8F2A-4EC9BBF3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76550"/>
            <a:ext cx="308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SLURRY_FLOW_LINE_A</a:t>
            </a:r>
          </a:p>
        </p:txBody>
      </p:sp>
      <p:sp>
        <p:nvSpPr>
          <p:cNvPr id="39" name="cell-299-2-674">
            <a:extLst xmlns:a="http://schemas.openxmlformats.org/drawingml/2006/main">
              <a:ext uri="{FF2B5EF4-FFF2-40B4-BE49-F238E27FC236}">
                <a16:creationId xmlns:a16="http://schemas.microsoft.com/office/drawing/2014/main" id="{45BFE096-07C5-4E15-B09B-3E484DDC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47975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ct-299-2-674">
            <a:extLst xmlns:a="http://schemas.openxmlformats.org/drawingml/2006/main">
              <a:ext uri="{FF2B5EF4-FFF2-40B4-BE49-F238E27FC236}">
                <a16:creationId xmlns:a16="http://schemas.microsoft.com/office/drawing/2014/main" id="{39A29D52-241A-4051-8FC9-2A68A71A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3.65</a:t>
            </a:r>
          </a:p>
        </p:txBody>
      </p:sp>
      <p:sp>
        <p:nvSpPr>
          <p:cNvPr id="41" name="cell-299-3-834">
            <a:extLst xmlns:a="http://schemas.openxmlformats.org/drawingml/2006/main">
              <a:ext uri="{FF2B5EF4-FFF2-40B4-BE49-F238E27FC236}">
                <a16:creationId xmlns:a16="http://schemas.microsoft.com/office/drawing/2014/main" id="{CF119406-0F80-47EF-A04F-F6853C3D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47975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ct-299-3-834">
            <a:extLst xmlns:a="http://schemas.openxmlformats.org/drawingml/2006/main">
              <a:ext uri="{FF2B5EF4-FFF2-40B4-BE49-F238E27FC236}">
                <a16:creationId xmlns:a16="http://schemas.microsoft.com/office/drawing/2014/main" id="{F8E322B8-4781-465F-A558-E2F6000F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5.10</a:t>
            </a:r>
          </a:p>
        </p:txBody>
      </p:sp>
      <p:sp>
        <p:nvSpPr>
          <p:cNvPr id="43" name="cell-299-4-994">
            <a:extLst xmlns:a="http://schemas.openxmlformats.org/drawingml/2006/main">
              <a:ext uri="{FF2B5EF4-FFF2-40B4-BE49-F238E27FC236}">
                <a16:creationId xmlns:a16="http://schemas.microsoft.com/office/drawing/2014/main" id="{F9732A2B-CC40-4DA1-B2DF-549E60E3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47975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ct-299-4-994">
            <a:extLst xmlns:a="http://schemas.openxmlformats.org/drawingml/2006/main">
              <a:ext uri="{FF2B5EF4-FFF2-40B4-BE49-F238E27FC236}">
                <a16:creationId xmlns:a16="http://schemas.microsoft.com/office/drawing/2014/main" id="{0F8C8F25-1591-4B92-A2C9-F8A5532B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76550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5.59</a:t>
            </a:r>
          </a:p>
        </p:txBody>
      </p:sp>
      <p:sp>
        <p:nvSpPr>
          <p:cNvPr id="45" name="cell-344-0-64">
            <a:extLst xmlns:a="http://schemas.openxmlformats.org/drawingml/2006/main">
              <a:ext uri="{FF2B5EF4-FFF2-40B4-BE49-F238E27FC236}">
                <a16:creationId xmlns:a16="http://schemas.microsoft.com/office/drawing/2014/main" id="{5F8ECA90-C745-4C3A-8F42-E6AA83A2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ct-344-0-64">
            <a:extLst xmlns:a="http://schemas.openxmlformats.org/drawingml/2006/main">
              <a:ext uri="{FF2B5EF4-FFF2-40B4-BE49-F238E27FC236}">
                <a16:creationId xmlns:a16="http://schemas.microsoft.com/office/drawing/2014/main" id="{EE7029A9-FFD3-4B4A-9A5E-77823208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419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Stage A–Chamber 4</a:t>
            </a:r>
          </a:p>
        </p:txBody>
      </p:sp>
      <p:sp>
        <p:nvSpPr>
          <p:cNvPr id="47" name="cell-344-1-334">
            <a:extLst xmlns:a="http://schemas.openxmlformats.org/drawingml/2006/main">
              <a:ext uri="{FF2B5EF4-FFF2-40B4-BE49-F238E27FC236}">
                <a16:creationId xmlns:a16="http://schemas.microsoft.com/office/drawing/2014/main" id="{140448F8-36DF-44E8-9839-7C29FB60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76600"/>
            <a:ext cx="323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ct-344-1-334">
            <a:extLst xmlns:a="http://schemas.openxmlformats.org/drawingml/2006/main">
              <a:ext uri="{FF2B5EF4-FFF2-40B4-BE49-F238E27FC236}">
                <a16:creationId xmlns:a16="http://schemas.microsoft.com/office/drawing/2014/main" id="{E4D680AC-929B-40CF-9402-172D72DA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05175"/>
            <a:ext cx="308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SLURRY_FLOW_LINE_C</a:t>
            </a:r>
          </a:p>
        </p:txBody>
      </p:sp>
      <p:sp>
        <p:nvSpPr>
          <p:cNvPr id="49" name="cell-344-2-674">
            <a:extLst xmlns:a="http://schemas.openxmlformats.org/drawingml/2006/main">
              <a:ext uri="{FF2B5EF4-FFF2-40B4-BE49-F238E27FC236}">
                <a16:creationId xmlns:a16="http://schemas.microsoft.com/office/drawing/2014/main" id="{E90B893F-4AB0-4328-B924-3D0407ED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ct-344-2-674">
            <a:extLst xmlns:a="http://schemas.openxmlformats.org/drawingml/2006/main">
              <a:ext uri="{FF2B5EF4-FFF2-40B4-BE49-F238E27FC236}">
                <a16:creationId xmlns:a16="http://schemas.microsoft.com/office/drawing/2014/main" id="{B00BD017-94A3-4F12-AC72-ED1A05A4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05175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176.58</a:t>
            </a:r>
          </a:p>
        </p:txBody>
      </p:sp>
      <p:sp>
        <p:nvSpPr>
          <p:cNvPr id="51" name="cell-344-3-834">
            <a:extLst xmlns:a="http://schemas.openxmlformats.org/drawingml/2006/main">
              <a:ext uri="{FF2B5EF4-FFF2-40B4-BE49-F238E27FC236}">
                <a16:creationId xmlns:a16="http://schemas.microsoft.com/office/drawing/2014/main" id="{59CF6BA9-B60A-45D4-9304-EAE59DC0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76600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ct-344-3-834">
            <a:extLst xmlns:a="http://schemas.openxmlformats.org/drawingml/2006/main">
              <a:ext uri="{FF2B5EF4-FFF2-40B4-BE49-F238E27FC236}">
                <a16:creationId xmlns:a16="http://schemas.microsoft.com/office/drawing/2014/main" id="{CE17B03F-1830-4E1F-AE13-F344DE9D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05175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315.11</a:t>
            </a:r>
          </a:p>
        </p:txBody>
      </p:sp>
      <p:sp>
        <p:nvSpPr>
          <p:cNvPr id="53" name="cell-344-4-994">
            <a:extLst xmlns:a="http://schemas.openxmlformats.org/drawingml/2006/main">
              <a:ext uri="{FF2B5EF4-FFF2-40B4-BE49-F238E27FC236}">
                <a16:creationId xmlns:a16="http://schemas.microsoft.com/office/drawing/2014/main" id="{C3C436A4-4858-4C4E-8AF6-5E2A74A4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76600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ct-344-4-994">
            <a:extLst xmlns:a="http://schemas.openxmlformats.org/drawingml/2006/main">
              <a:ext uri="{FF2B5EF4-FFF2-40B4-BE49-F238E27FC236}">
                <a16:creationId xmlns:a16="http://schemas.microsoft.com/office/drawing/2014/main" id="{2578BA16-7ECB-4F62-BFA5-5A503F30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05175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325.54</a:t>
            </a:r>
          </a:p>
        </p:txBody>
      </p:sp>
      <p:sp>
        <p:nvSpPr>
          <p:cNvPr id="55" name="cell-389-0-64">
            <a:extLst xmlns:a="http://schemas.openxmlformats.org/drawingml/2006/main">
              <a:ext uri="{FF2B5EF4-FFF2-40B4-BE49-F238E27FC236}">
                <a16:creationId xmlns:a16="http://schemas.microsoft.com/office/drawing/2014/main" id="{6DA52FF3-5EB8-4B08-A1D9-FD4CDDB9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ct-389-0-64">
            <a:extLst xmlns:a="http://schemas.openxmlformats.org/drawingml/2006/main">
              <a:ext uri="{FF2B5EF4-FFF2-40B4-BE49-F238E27FC236}">
                <a16:creationId xmlns:a16="http://schemas.microsoft.com/office/drawing/2014/main" id="{CFE23014-F1C5-4C97-8B2B-F9DF5CAD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419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Stage B–Chamber 4</a:t>
            </a:r>
          </a:p>
        </p:txBody>
      </p:sp>
      <p:sp>
        <p:nvSpPr>
          <p:cNvPr id="57" name="cell-389-1-334">
            <a:extLst xmlns:a="http://schemas.openxmlformats.org/drawingml/2006/main">
              <a:ext uri="{FF2B5EF4-FFF2-40B4-BE49-F238E27FC236}">
                <a16:creationId xmlns:a16="http://schemas.microsoft.com/office/drawing/2014/main" id="{325C6874-B209-4AD0-B6C1-D736287D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05225"/>
            <a:ext cx="323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ct-389-1-334">
            <a:extLst xmlns:a="http://schemas.openxmlformats.org/drawingml/2006/main">
              <a:ext uri="{FF2B5EF4-FFF2-40B4-BE49-F238E27FC236}">
                <a16:creationId xmlns:a16="http://schemas.microsoft.com/office/drawing/2014/main" id="{CC322711-B9EB-47EF-993B-A3597BEA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33800"/>
            <a:ext cx="308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SLURRY_FLOW_LINE_A</a:t>
            </a:r>
          </a:p>
        </p:txBody>
      </p:sp>
      <p:sp>
        <p:nvSpPr>
          <p:cNvPr id="59" name="cell-389-2-674">
            <a:extLst xmlns:a="http://schemas.openxmlformats.org/drawingml/2006/main">
              <a:ext uri="{FF2B5EF4-FFF2-40B4-BE49-F238E27FC236}">
                <a16:creationId xmlns:a16="http://schemas.microsoft.com/office/drawing/2014/main" id="{B383DE40-AD6D-49B2-B65E-9E0A58FE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05225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0" name="ct-389-2-674">
            <a:extLst xmlns:a="http://schemas.openxmlformats.org/drawingml/2006/main">
              <a:ext uri="{FF2B5EF4-FFF2-40B4-BE49-F238E27FC236}">
                <a16:creationId xmlns:a16="http://schemas.microsoft.com/office/drawing/2014/main" id="{7D9AE4C5-EF8E-45B8-98B8-62049B93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33800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4.25</a:t>
            </a:r>
          </a:p>
        </p:txBody>
      </p:sp>
      <p:sp>
        <p:nvSpPr>
          <p:cNvPr id="61" name="cell-389-3-834">
            <a:extLst xmlns:a="http://schemas.openxmlformats.org/drawingml/2006/main">
              <a:ext uri="{FF2B5EF4-FFF2-40B4-BE49-F238E27FC236}">
                <a16:creationId xmlns:a16="http://schemas.microsoft.com/office/drawing/2014/main" id="{D1629E5E-8E49-4CD5-B884-C69479DF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05225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ct-389-3-834">
            <a:extLst xmlns:a="http://schemas.openxmlformats.org/drawingml/2006/main">
              <a:ext uri="{FF2B5EF4-FFF2-40B4-BE49-F238E27FC236}">
                <a16:creationId xmlns:a16="http://schemas.microsoft.com/office/drawing/2014/main" id="{D29F2F7A-CEA2-4AB3-B6EA-1F544004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33800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5.29</a:t>
            </a:r>
          </a:p>
        </p:txBody>
      </p:sp>
      <p:sp>
        <p:nvSpPr>
          <p:cNvPr id="63" name="cell-389-4-994">
            <a:extLst xmlns:a="http://schemas.openxmlformats.org/drawingml/2006/main">
              <a:ext uri="{FF2B5EF4-FFF2-40B4-BE49-F238E27FC236}">
                <a16:creationId xmlns:a16="http://schemas.microsoft.com/office/drawing/2014/main" id="{4CF61C93-42DE-449E-B540-4FBB54FE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05225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ct-389-4-994">
            <a:extLst xmlns:a="http://schemas.openxmlformats.org/drawingml/2006/main">
              <a:ext uri="{FF2B5EF4-FFF2-40B4-BE49-F238E27FC236}">
                <a16:creationId xmlns:a16="http://schemas.microsoft.com/office/drawing/2014/main" id="{69686795-6EBF-45BF-9670-089D01B5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33800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5.59</a:t>
            </a:r>
          </a:p>
        </p:txBody>
      </p:sp>
      <p:sp>
        <p:nvSpPr>
          <p:cNvPr id="65" name="cell-434-0-64">
            <a:extLst xmlns:a="http://schemas.openxmlformats.org/drawingml/2006/main">
              <a:ext uri="{FF2B5EF4-FFF2-40B4-BE49-F238E27FC236}">
                <a16:creationId xmlns:a16="http://schemas.microsoft.com/office/drawing/2014/main" id="{76A047E7-3CA5-4AE9-BEB5-4C905399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ct-434-0-64">
            <a:extLst xmlns:a="http://schemas.openxmlformats.org/drawingml/2006/main">
              <a:ext uri="{FF2B5EF4-FFF2-40B4-BE49-F238E27FC236}">
                <a16:creationId xmlns:a16="http://schemas.microsoft.com/office/drawing/2014/main" id="{70E4832D-04E7-4B93-AF95-F32C69AB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2419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Stage B–Chamber 4</a:t>
            </a:r>
          </a:p>
        </p:txBody>
      </p:sp>
      <p:sp>
        <p:nvSpPr>
          <p:cNvPr id="67" name="cell-434-1-334">
            <a:extLst xmlns:a="http://schemas.openxmlformats.org/drawingml/2006/main">
              <a:ext uri="{FF2B5EF4-FFF2-40B4-BE49-F238E27FC236}">
                <a16:creationId xmlns:a16="http://schemas.microsoft.com/office/drawing/2014/main" id="{7B557B46-590C-4DF1-BE0D-21859488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33850"/>
            <a:ext cx="323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ct-434-1-334">
            <a:extLst xmlns:a="http://schemas.openxmlformats.org/drawingml/2006/main">
              <a:ext uri="{FF2B5EF4-FFF2-40B4-BE49-F238E27FC236}">
                <a16:creationId xmlns:a16="http://schemas.microsoft.com/office/drawing/2014/main" id="{C50B062D-5E95-4370-83A7-1A6FA8C6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62425"/>
            <a:ext cx="308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RETAINER_RING_PRESSURE</a:t>
            </a:r>
          </a:p>
        </p:txBody>
      </p:sp>
      <p:sp>
        <p:nvSpPr>
          <p:cNvPr id="69" name="cell-434-2-674">
            <a:extLst xmlns:a="http://schemas.openxmlformats.org/drawingml/2006/main">
              <a:ext uri="{FF2B5EF4-FFF2-40B4-BE49-F238E27FC236}">
                <a16:creationId xmlns:a16="http://schemas.microsoft.com/office/drawing/2014/main" id="{4A36ACFE-7B9A-402C-A23C-E21DF754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33850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0" name="ct-434-2-674">
            <a:extLst xmlns:a="http://schemas.openxmlformats.org/drawingml/2006/main">
              <a:ext uri="{FF2B5EF4-FFF2-40B4-BE49-F238E27FC236}">
                <a16:creationId xmlns:a16="http://schemas.microsoft.com/office/drawing/2014/main" id="{E42AF0A2-FD0F-4B71-B2EB-3BADB7EC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62425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1129.77</a:t>
            </a:r>
          </a:p>
        </p:txBody>
      </p:sp>
      <p:sp>
        <p:nvSpPr>
          <p:cNvPr id="71" name="cell-434-3-834">
            <a:extLst xmlns:a="http://schemas.openxmlformats.org/drawingml/2006/main">
              <a:ext uri="{FF2B5EF4-FFF2-40B4-BE49-F238E27FC236}">
                <a16:creationId xmlns:a16="http://schemas.microsoft.com/office/drawing/2014/main" id="{9CE81F56-B6C7-4741-A100-BF6D919B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33850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2" name="ct-434-3-834">
            <a:extLst xmlns:a="http://schemas.openxmlformats.org/drawingml/2006/main">
              <a:ext uri="{FF2B5EF4-FFF2-40B4-BE49-F238E27FC236}">
                <a16:creationId xmlns:a16="http://schemas.microsoft.com/office/drawing/2014/main" id="{B229F505-11E5-4B00-93EA-A3B9DDBF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62425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1561.73</a:t>
            </a:r>
          </a:p>
        </p:txBody>
      </p:sp>
      <p:sp>
        <p:nvSpPr>
          <p:cNvPr id="73" name="cell-434-4-994">
            <a:extLst xmlns:a="http://schemas.openxmlformats.org/drawingml/2006/main">
              <a:ext uri="{FF2B5EF4-FFF2-40B4-BE49-F238E27FC236}">
                <a16:creationId xmlns:a16="http://schemas.microsoft.com/office/drawing/2014/main" id="{A81FAF90-EF49-4DAA-B52F-C3A532C8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33850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4" name="ct-434-4-994">
            <a:extLst xmlns:a="http://schemas.openxmlformats.org/drawingml/2006/main">
              <a:ext uri="{FF2B5EF4-FFF2-40B4-BE49-F238E27FC236}">
                <a16:creationId xmlns:a16="http://schemas.microsoft.com/office/drawing/2014/main" id="{C76DE52C-591F-495F-8FE6-6A734462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62425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1630.99</a:t>
            </a:r>
          </a:p>
        </p:txBody>
      </p:sp>
      <p:sp>
        <p:nvSpPr>
          <p:cNvPr id="75" name="cell-479-0-64">
            <a:extLst xmlns:a="http://schemas.openxmlformats.org/drawingml/2006/main">
              <a:ext uri="{FF2B5EF4-FFF2-40B4-BE49-F238E27FC236}">
                <a16:creationId xmlns:a16="http://schemas.microsoft.com/office/drawing/2014/main" id="{1BCC65E4-1D53-4DB7-B58D-1C751B3F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6" name="ct-479-0-64">
            <a:extLst xmlns:a="http://schemas.openxmlformats.org/drawingml/2006/main">
              <a:ext uri="{FF2B5EF4-FFF2-40B4-BE49-F238E27FC236}">
                <a16:creationId xmlns:a16="http://schemas.microsoft.com/office/drawing/2014/main" id="{005AB25C-18AE-4716-BB6A-BB0B43AB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419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Stage B–Chamber 4</a:t>
            </a:r>
          </a:p>
        </p:txBody>
      </p:sp>
      <p:sp>
        <p:nvSpPr>
          <p:cNvPr id="77" name="cell-479-1-334">
            <a:extLst xmlns:a="http://schemas.openxmlformats.org/drawingml/2006/main">
              <a:ext uri="{FF2B5EF4-FFF2-40B4-BE49-F238E27FC236}">
                <a16:creationId xmlns:a16="http://schemas.microsoft.com/office/drawing/2014/main" id="{6424EF97-BA38-4DE4-A138-02D86916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62475"/>
            <a:ext cx="323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8" name="ct-479-1-334">
            <a:extLst xmlns:a="http://schemas.openxmlformats.org/drawingml/2006/main">
              <a:ext uri="{FF2B5EF4-FFF2-40B4-BE49-F238E27FC236}">
                <a16:creationId xmlns:a16="http://schemas.microsoft.com/office/drawing/2014/main" id="{F84A8ED1-8881-4A68-9C8C-CDA4144B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91050"/>
            <a:ext cx="308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CENTER_AIR_BAG_PRESSURE</a:t>
            </a:r>
          </a:p>
        </p:txBody>
      </p:sp>
      <p:sp>
        <p:nvSpPr>
          <p:cNvPr id="79" name="cell-479-2-674">
            <a:extLst xmlns:a="http://schemas.openxmlformats.org/drawingml/2006/main">
              <a:ext uri="{FF2B5EF4-FFF2-40B4-BE49-F238E27FC236}">
                <a16:creationId xmlns:a16="http://schemas.microsoft.com/office/drawing/2014/main" id="{CC051FAC-1F6D-46E1-A580-59FA3AC8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62475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0" name="ct-479-2-674">
            <a:extLst xmlns:a="http://schemas.openxmlformats.org/drawingml/2006/main">
              <a:ext uri="{FF2B5EF4-FFF2-40B4-BE49-F238E27FC236}">
                <a16:creationId xmlns:a16="http://schemas.microsoft.com/office/drawing/2014/main" id="{E284BD10-8074-44D0-BE71-14DAC357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91050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36.65</a:t>
            </a:r>
          </a:p>
        </p:txBody>
      </p:sp>
      <p:sp>
        <p:nvSpPr>
          <p:cNvPr id="81" name="cell-479-3-834">
            <a:extLst xmlns:a="http://schemas.openxmlformats.org/drawingml/2006/main">
              <a:ext uri="{FF2B5EF4-FFF2-40B4-BE49-F238E27FC236}">
                <a16:creationId xmlns:a16="http://schemas.microsoft.com/office/drawing/2014/main" id="{B02C12C8-0E64-451D-AD84-52AC3364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62475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2" name="ct-479-3-834">
            <a:extLst xmlns:a="http://schemas.openxmlformats.org/drawingml/2006/main">
              <a:ext uri="{FF2B5EF4-FFF2-40B4-BE49-F238E27FC236}">
                <a16:creationId xmlns:a16="http://schemas.microsoft.com/office/drawing/2014/main" id="{E26F142A-EB5C-4E47-B0FD-EA485898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50.59</a:t>
            </a:r>
          </a:p>
        </p:txBody>
      </p:sp>
      <p:sp>
        <p:nvSpPr>
          <p:cNvPr id="83" name="cell-479-4-994">
            <a:extLst xmlns:a="http://schemas.openxmlformats.org/drawingml/2006/main">
              <a:ext uri="{FF2B5EF4-FFF2-40B4-BE49-F238E27FC236}">
                <a16:creationId xmlns:a16="http://schemas.microsoft.com/office/drawing/2014/main" id="{465E90B0-6DC1-48CC-ACFC-25575EE1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62475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4" name="ct-479-4-994">
            <a:extLst xmlns:a="http://schemas.openxmlformats.org/drawingml/2006/main">
              <a:ext uri="{FF2B5EF4-FFF2-40B4-BE49-F238E27FC236}">
                <a16:creationId xmlns:a16="http://schemas.microsoft.com/office/drawing/2014/main" id="{E92E24ED-2BC6-4587-8498-43B43517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91050"/>
            <a:ext cx="137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02B3C"/>
                </a:solidFill>
              </a:defRPr>
            </a:pPr>
            <a:r>
              <a:rPr sz="1050" b="0">
                <a:solidFill>
                  <a:srgbClr val="202B3C"/>
                </a:solidFill>
              </a:rPr>
              <a:t>51.93</a:t>
            </a:r>
          </a:p>
        </p:txBody>
      </p:sp>
      <p:sp>
        <p:nvSpPr>
          <p:cNvPr id="85" name="cond-limit">
            <a:extLst xmlns:a="http://schemas.openxmlformats.org/drawingml/2006/main">
              <a:ext uri="{FF2B5EF4-FFF2-40B4-BE49-F238E27FC236}">
                <a16:creationId xmlns:a16="http://schemas.microsoft.com/office/drawing/2014/main" id="{4815582E-630A-4AC0-B546-CB911C8B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3822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d-limit-h">
            <a:extLst xmlns:a="http://schemas.openxmlformats.org/drawingml/2006/main">
              <a:ext uri="{FF2B5EF4-FFF2-40B4-BE49-F238E27FC236}">
                <a16:creationId xmlns:a16="http://schemas.microsoft.com/office/drawing/2014/main" id="{D30D3D9D-7743-4910-9AA5-C5A356E2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62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6B4E"/>
                </a:solidFill>
              </a:defRPr>
            </a:pPr>
            <a:r>
              <a:rPr sz="1275" b="1">
                <a:solidFill>
                  <a:srgbClr val="F26B4E"/>
                </a:solidFill>
              </a:rPr>
              <a:t>적용 전 확인</a:t>
            </a:r>
          </a:p>
        </p:txBody>
      </p:sp>
      <p:sp>
        <p:nvSpPr>
          <p:cNvPr id="87" name="cond-limit-t">
            <a:extLst xmlns:a="http://schemas.openxmlformats.org/drawingml/2006/main">
              <a:ext uri="{FF2B5EF4-FFF2-40B4-BE49-F238E27FC236}">
                <a16:creationId xmlns:a16="http://schemas.microsoft.com/office/drawing/2014/main" id="{6BDFB6FA-80ED-4B9C-B076-947ACBA1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9858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B3C"/>
                </a:solidFill>
              </a:defRPr>
            </a:pPr>
            <a:r>
              <a:rPr sz="1200" b="0">
                <a:solidFill>
                  <a:srgbClr val="202B3C"/>
                </a:solidFill>
              </a:rPr>
              <a:t>공개 데이터는 Sensor 단위와 Recipe 설정값을 공개하지 않습니다. 위 값은 목표 MRR 부근에서 관측된 운전 범위이며, 최적 Setpoint는 DOE로 확인해야 합니다.</a:t>
            </a:r>
          </a:p>
        </p:txBody>
      </p:sp>
      <p:sp>
        <p:nvSpPr>
          <p:cNvPr id="88" name="footer">
            <a:extLst xmlns:a="http://schemas.openxmlformats.org/drawingml/2006/main">
              <a:ext uri="{FF2B5EF4-FFF2-40B4-BE49-F238E27FC236}">
                <a16:creationId xmlns:a16="http://schemas.microsoft.com/office/drawing/2014/main" id="{81B7A6D4-AD93-4A58-841A-74A07BA3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분석값은 공개 CMP 데이터의 관측 결과이며 장비 Setpoint를 의미하지 않음</a:t>
            </a:r>
          </a:p>
        </p:txBody>
      </p:sp>
      <p:sp>
        <p:nvSpPr>
          <p:cNvPr id="89" name="brand">
            <a:extLst xmlns:a="http://schemas.openxmlformats.org/drawingml/2006/main">
              <a:ext uri="{FF2B5EF4-FFF2-40B4-BE49-F238E27FC236}">
                <a16:creationId xmlns:a16="http://schemas.microsoft.com/office/drawing/2014/main" id="{DA8EA7FC-843B-44A4-B827-46ADB39B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CMP MRR ANALYSIS</a:t>
            </a:r>
          </a:p>
        </p:txBody>
      </p:sp>
    </p:spTree>
    <p:extLst>
      <p:ext uri="{BB962C8B-B14F-4D97-AF65-F5344CB8AC3E}">
        <p14:creationId xmlns:p14="http://schemas.microsoft.com/office/powerpoint/2010/main" val="16120385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last-sec">
            <a:extLst xmlns:a="http://schemas.openxmlformats.org/drawingml/2006/main">
              <a:ext uri="{FF2B5EF4-FFF2-40B4-BE49-F238E27FC236}">
                <a16:creationId xmlns:a16="http://schemas.microsoft.com/office/drawing/2014/main" id="{CC53DFF6-0481-48A3-A1BD-C41B8B41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7. 결론 및 적용 한계</a:t>
            </a:r>
          </a:p>
        </p:txBody>
      </p:sp>
      <p:sp>
        <p:nvSpPr>
          <p:cNvPr id="2" name="last-accent">
            <a:extLst xmlns:a="http://schemas.openxmlformats.org/drawingml/2006/main">
              <a:ext uri="{FF2B5EF4-FFF2-40B4-BE49-F238E27FC236}">
                <a16:creationId xmlns:a16="http://schemas.microsoft.com/office/drawing/2014/main" id="{06C740CD-1F06-4A85-86B1-AC9AA5F1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ast-main">
            <a:extLst xmlns:a="http://schemas.openxmlformats.org/drawingml/2006/main">
              <a:ext uri="{FF2B5EF4-FFF2-40B4-BE49-F238E27FC236}">
                <a16:creationId xmlns:a16="http://schemas.microsoft.com/office/drawing/2014/main" id="{DF33E801-9D99-46C7-8265-1BE3356E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A"/>
                </a:solidFill>
              </a:defRPr>
            </a:pPr>
            <a:r>
              <a:rPr sz="3150" b="1">
                <a:solidFill>
                  <a:srgbClr val="0B1F3A"/>
                </a:solidFill>
              </a:rPr>
              <a:t>공정 조건별 Target·모델·Sensor 후보를</a:t>
            </a:r>
          </a:p>
          <a:p xmlns:a="http://schemas.openxmlformats.org/drawingml/2006/main">
            <a:pPr algn="l">
              <a:defRPr sz="3150" b="1">
                <a:solidFill>
                  <a:srgbClr val="0B1F3A"/>
                </a:solidFill>
              </a:defRPr>
            </a:pPr>
            <a:r>
              <a:rPr sz="3150" b="1">
                <a:solidFill>
                  <a:srgbClr val="0B1F3A"/>
                </a:solidFill>
              </a:rPr>
              <a:t>분리하여 평가해야 합니다.</a:t>
            </a:r>
          </a:p>
        </p:txBody>
      </p:sp>
      <p:sp>
        <p:nvSpPr>
          <p:cNvPr id="4" name="dot-64-330-0">
            <a:extLst xmlns:a="http://schemas.openxmlformats.org/drawingml/2006/main">
              <a:ext uri="{FF2B5EF4-FFF2-40B4-BE49-F238E27FC236}">
                <a16:creationId xmlns:a16="http://schemas.microsoft.com/office/drawing/2014/main" id="{F1928208-C02D-483C-93B5-D4F496D2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-64-330-0">
            <a:extLst xmlns:a="http://schemas.openxmlformats.org/drawingml/2006/main">
              <a:ext uri="{FF2B5EF4-FFF2-40B4-BE49-F238E27FC236}">
                <a16:creationId xmlns:a16="http://schemas.microsoft.com/office/drawing/2014/main" id="{A435A19D-A0E3-4B49-A659-36D8CC41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960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B3C"/>
                </a:solidFill>
              </a:defRPr>
            </a:pPr>
            <a:r>
              <a:rPr sz="1425" b="0">
                <a:solidFill>
                  <a:srgbClr val="202B3C"/>
                </a:solidFill>
              </a:rPr>
              <a:t>Target MRR: A–Ch1 151.07 / A–Ch4 74.12 / B–Ch4 81.51</a:t>
            </a:r>
          </a:p>
        </p:txBody>
      </p:sp>
      <p:sp>
        <p:nvSpPr>
          <p:cNvPr id="6" name="dot-64-330-1">
            <a:extLst xmlns:a="http://schemas.openxmlformats.org/drawingml/2006/main">
              <a:ext uri="{FF2B5EF4-FFF2-40B4-BE49-F238E27FC236}">
                <a16:creationId xmlns:a16="http://schemas.microsoft.com/office/drawing/2014/main" id="{9B78E3AB-41D4-459C-9F2D-B86B6E1B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-64-330-1">
            <a:extLst xmlns:a="http://schemas.openxmlformats.org/drawingml/2006/main">
              <a:ext uri="{FF2B5EF4-FFF2-40B4-BE49-F238E27FC236}">
                <a16:creationId xmlns:a16="http://schemas.microsoft.com/office/drawing/2014/main" id="{25EAC2F9-0FFC-4AD5-830B-A1D1EAE0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960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B3C"/>
                </a:solidFill>
              </a:defRPr>
            </a:pPr>
            <a:r>
              <a:rPr sz="1425" b="0">
                <a:solidFill>
                  <a:srgbClr val="202B3C"/>
                </a:solidFill>
              </a:rPr>
              <a:t>선정 모델: A–Ch1·A–Ch4 Random Forest / B–Ch4 XGBoost</a:t>
            </a:r>
          </a:p>
        </p:txBody>
      </p:sp>
      <p:sp>
        <p:nvSpPr>
          <p:cNvPr id="8" name="dot-64-330-2">
            <a:extLst xmlns:a="http://schemas.openxmlformats.org/drawingml/2006/main">
              <a:ext uri="{FF2B5EF4-FFF2-40B4-BE49-F238E27FC236}">
                <a16:creationId xmlns:a16="http://schemas.microsoft.com/office/drawing/2014/main" id="{D1279009-DB82-4E6E-9FF1-2F1B0807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-64-330-2">
            <a:extLst xmlns:a="http://schemas.openxmlformats.org/drawingml/2006/main">
              <a:ext uri="{FF2B5EF4-FFF2-40B4-BE49-F238E27FC236}">
                <a16:creationId xmlns:a16="http://schemas.microsoft.com/office/drawing/2014/main" id="{E58309FA-EB1C-4C9D-BA20-385AFAC1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960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B3C"/>
                </a:solidFill>
              </a:defRPr>
            </a:pPr>
            <a:r>
              <a:rPr sz="1425" b="0">
                <a:solidFill>
                  <a:srgbClr val="202B3C"/>
                </a:solidFill>
              </a:rPr>
              <a:t>A–Ch1은 최종 R² 0.301로 추가 데이터 없이 적용하기 어려움</a:t>
            </a:r>
          </a:p>
        </p:txBody>
      </p:sp>
      <p:sp>
        <p:nvSpPr>
          <p:cNvPr id="10" name="dot-64-330-3">
            <a:extLst xmlns:a="http://schemas.openxmlformats.org/drawingml/2006/main">
              <a:ext uri="{FF2B5EF4-FFF2-40B4-BE49-F238E27FC236}">
                <a16:creationId xmlns:a16="http://schemas.microsoft.com/office/drawing/2014/main" id="{B973D728-7936-4891-B34B-4468E02C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-64-330-3">
            <a:extLst xmlns:a="http://schemas.openxmlformats.org/drawingml/2006/main">
              <a:ext uri="{FF2B5EF4-FFF2-40B4-BE49-F238E27FC236}">
                <a16:creationId xmlns:a16="http://schemas.microsoft.com/office/drawing/2014/main" id="{D6365655-1B55-4E49-BC48-75DE01E9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960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B3C"/>
                </a:solidFill>
              </a:defRPr>
            </a:pPr>
            <a:r>
              <a:rPr sz="1425" b="0">
                <a:solidFill>
                  <a:srgbClr val="202B3C"/>
                </a:solidFill>
              </a:rPr>
              <a:t>Sensor 조건은 관측 후보이며 DOE·공정 Spec 확인 후 확정</a:t>
            </a:r>
          </a:p>
        </p:txBody>
      </p:sp>
      <p:sp>
        <p:nvSpPr>
          <p:cNvPr id="12" name="last-limit">
            <a:extLst xmlns:a="http://schemas.openxmlformats.org/drawingml/2006/main">
              <a:ext uri="{FF2B5EF4-FFF2-40B4-BE49-F238E27FC236}">
                <a16:creationId xmlns:a16="http://schemas.microsoft.com/office/drawing/2014/main" id="{B736F541-CE9B-4FC3-B37C-0648AA4B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3A2F"/>
                </a:solidFill>
              </a:defRPr>
            </a:pPr>
            <a:r>
              <a:rPr sz="1275" b="1">
                <a:solidFill>
                  <a:srgbClr val="B83A2F"/>
                </a:solidFill>
              </a:rPr>
              <a:t>한계: 단일 Machine, 비공개 Sensor 단위·Recipe, 관측자료 기반 분석으로 인과관계 확정 불가</a:t>
            </a:r>
          </a:p>
        </p:txBody>
      </p:sp>
      <p:sp>
        <p:nvSpPr>
          <p:cNvPr id="13" name="last-date">
            <a:extLst xmlns:a="http://schemas.openxmlformats.org/drawingml/2006/main">
              <a:ext uri="{FF2B5EF4-FFF2-40B4-BE49-F238E27FC236}">
                <a16:creationId xmlns:a16="http://schemas.microsoft.com/office/drawing/2014/main" id="{DCF2F7B9-2416-4CC6-9415-A0419445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386"/>
                </a:solidFill>
              </a:defRPr>
            </a:pPr>
            <a:r>
              <a:rPr sz="975" b="1">
                <a:solidFill>
                  <a:srgbClr val="657386"/>
                </a:solidFill>
              </a:rPr>
              <a:t>CMP MRR ANALYSIS · 2026.08.10</a:t>
            </a:r>
          </a:p>
        </p:txBody>
      </p:sp>
    </p:spTree>
    <p:extLst>
      <p:ext uri="{BB962C8B-B14F-4D97-AF65-F5344CB8AC3E}">
        <p14:creationId xmlns:p14="http://schemas.microsoft.com/office/powerpoint/2010/main" val="6841226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2026-08-10T09:27:22.6060000Z</dcterms:created>
  <dcterms:modified xsi:type="dcterms:W3CDTF">2026-08-10T09:27:22.6060000Z</dcterms:modified>
</coreProperties>
</file>